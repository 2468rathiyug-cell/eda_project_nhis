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8" r:id="rId7"/>
    <p:sldId id="272" r:id="rId8"/>
    <p:sldId id="264" r:id="rId9"/>
    <p:sldId id="265" r:id="rId10"/>
    <p:sldId id="267" r:id="rId11"/>
    <p:sldId id="269" r:id="rId12"/>
    <p:sldId id="270" r:id="rId13"/>
    <p:sldId id="271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44F64-C60E-465F-8529-05E43D03CFE6}" v="211" dt="2026-03-28T20:06:07.260"/>
    <p1510:client id="{36E8F953-8AD4-4988-95FF-B70E5BAC4429}" v="223" dt="2026-03-27T19:04:34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4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4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700754-B96A-4CD9-AF13-4CAAF078E44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584D5D-22DA-40A2-A099-83510D570E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Analyzing customer behavior and sales patterns using data</a:t>
          </a:r>
        </a:p>
      </dgm:t>
    </dgm:pt>
    <dgm:pt modelId="{975F1814-7580-4C0E-8AB3-60E663F0F52A}" type="parTrans" cxnId="{69D69171-57E4-4BC4-B202-8371730E915B}">
      <dgm:prSet/>
      <dgm:spPr/>
      <dgm:t>
        <a:bodyPr/>
        <a:lstStyle/>
        <a:p>
          <a:endParaRPr lang="en-US"/>
        </a:p>
      </dgm:t>
    </dgm:pt>
    <dgm:pt modelId="{99FBA579-2895-4B8F-B9E2-C81268643967}" type="sibTrans" cxnId="{69D69171-57E4-4BC4-B202-8371730E91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9C2FF9-2ED6-4335-A2AD-1788900C97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on pricing, discounts, delivery, and customer segments</a:t>
          </a:r>
        </a:p>
      </dgm:t>
    </dgm:pt>
    <dgm:pt modelId="{3488164D-191A-4774-A618-FB82029CD1F9}" type="parTrans" cxnId="{3DFB2BAD-666C-4DF8-868A-3E02AE22A928}">
      <dgm:prSet/>
      <dgm:spPr/>
      <dgm:t>
        <a:bodyPr/>
        <a:lstStyle/>
        <a:p>
          <a:endParaRPr lang="en-US"/>
        </a:p>
      </dgm:t>
    </dgm:pt>
    <dgm:pt modelId="{0F675EBB-244D-4B0C-A2B6-0D22335590C4}" type="sibTrans" cxnId="{3DFB2BAD-666C-4DF8-868A-3E02AE22A92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5E52C1-7478-4CE0-B653-18F11A4D6D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Applying Univariate, Bivariate &amp; Multivariate Analysis</a:t>
          </a:r>
        </a:p>
      </dgm:t>
    </dgm:pt>
    <dgm:pt modelId="{0DE15390-8953-444D-B4B1-1C8AFA61082C}" type="parTrans" cxnId="{A9723899-A5D0-4B23-9809-82E654B472A7}">
      <dgm:prSet/>
      <dgm:spPr/>
      <dgm:t>
        <a:bodyPr/>
        <a:lstStyle/>
        <a:p>
          <a:endParaRPr lang="en-US"/>
        </a:p>
      </dgm:t>
    </dgm:pt>
    <dgm:pt modelId="{6F6409E7-39D6-45C6-B993-26ACCFC897AF}" type="sibTrans" cxnId="{A9723899-A5D0-4B23-9809-82E654B472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E6EAC7-DF9A-43CC-90F6-2AE9DEF116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Extract insights to improve revenue and business decisions</a:t>
          </a:r>
        </a:p>
      </dgm:t>
    </dgm:pt>
    <dgm:pt modelId="{1B8FFD95-B37A-41BE-89B9-DC0CAB2EC1F5}" type="parTrans" cxnId="{AD5E647E-2F9D-4D91-B332-9DBA873AD0AA}">
      <dgm:prSet/>
      <dgm:spPr/>
      <dgm:t>
        <a:bodyPr/>
        <a:lstStyle/>
        <a:p>
          <a:endParaRPr lang="en-US"/>
        </a:p>
      </dgm:t>
    </dgm:pt>
    <dgm:pt modelId="{DA440D00-18F0-4030-93DE-D3FE242AA67A}" type="sibTrans" cxnId="{AD5E647E-2F9D-4D91-B332-9DBA873AD0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71E279C-D176-4755-A7FB-826E541E4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Identifying key factors influencing customer purchasing decisions</a:t>
          </a:r>
        </a:p>
      </dgm:t>
    </dgm:pt>
    <dgm:pt modelId="{96A74C97-9C9A-4A6D-B3E3-FF95E00925C0}" type="parTrans" cxnId="{57465AAA-2DA8-4644-905F-6F7F20224CF2}">
      <dgm:prSet/>
      <dgm:spPr/>
      <dgm:t>
        <a:bodyPr/>
        <a:lstStyle/>
        <a:p>
          <a:endParaRPr lang="en-US"/>
        </a:p>
      </dgm:t>
    </dgm:pt>
    <dgm:pt modelId="{48182B4F-0FE2-4407-B51C-C770AD538788}" type="sibTrans" cxnId="{57465AAA-2DA8-4644-905F-6F7F20224C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D184B31-2D7B-4027-B8F3-B8D84EC47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Supporting data-driven strategies for business growth</a:t>
          </a:r>
        </a:p>
      </dgm:t>
    </dgm:pt>
    <dgm:pt modelId="{7EC4792C-6B00-4BCC-9A25-4592D7DADEE0}" type="parTrans" cxnId="{06824BD9-5846-4F0E-A06D-C108890BBF9A}">
      <dgm:prSet/>
      <dgm:spPr/>
      <dgm:t>
        <a:bodyPr/>
        <a:lstStyle/>
        <a:p>
          <a:endParaRPr lang="en-US"/>
        </a:p>
      </dgm:t>
    </dgm:pt>
    <dgm:pt modelId="{05114AA7-62EF-43DD-92C7-0ECE94336DBA}" type="sibTrans" cxnId="{06824BD9-5846-4F0E-A06D-C108890BBF9A}">
      <dgm:prSet/>
      <dgm:spPr/>
      <dgm:t>
        <a:bodyPr/>
        <a:lstStyle/>
        <a:p>
          <a:endParaRPr lang="en-US"/>
        </a:p>
      </dgm:t>
    </dgm:pt>
    <dgm:pt modelId="{6280AB81-BCED-41F6-AAF0-BB255491A3ED}" type="pres">
      <dgm:prSet presAssocID="{F2700754-B96A-4CD9-AF13-4CAAF078E442}" presName="root" presStyleCnt="0">
        <dgm:presLayoutVars>
          <dgm:dir/>
          <dgm:resizeHandles val="exact"/>
        </dgm:presLayoutVars>
      </dgm:prSet>
      <dgm:spPr/>
    </dgm:pt>
    <dgm:pt modelId="{39479AE7-5C4D-498E-BA62-C0A4F152F856}" type="pres">
      <dgm:prSet presAssocID="{F2700754-B96A-4CD9-AF13-4CAAF078E442}" presName="container" presStyleCnt="0">
        <dgm:presLayoutVars>
          <dgm:dir/>
          <dgm:resizeHandles val="exact"/>
        </dgm:presLayoutVars>
      </dgm:prSet>
      <dgm:spPr/>
    </dgm:pt>
    <dgm:pt modelId="{EC66DD2F-5615-4A0D-BE09-81AAE411A1E5}" type="pres">
      <dgm:prSet presAssocID="{DB584D5D-22DA-40A2-A099-83510D570ED6}" presName="compNode" presStyleCnt="0"/>
      <dgm:spPr/>
    </dgm:pt>
    <dgm:pt modelId="{C4E98020-5145-48BE-BB06-BAAEFB5D7052}" type="pres">
      <dgm:prSet presAssocID="{DB584D5D-22DA-40A2-A099-83510D570ED6}" presName="iconBgRect" presStyleLbl="bgShp" presStyleIdx="0" presStyleCnt="6"/>
      <dgm:spPr/>
    </dgm:pt>
    <dgm:pt modelId="{7CB87AD5-0AD2-4FD2-BFEA-B70867BCF413}" type="pres">
      <dgm:prSet presAssocID="{DB584D5D-22DA-40A2-A099-83510D570ED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51DCDB9-5EE0-47D8-A4B0-E12F39F84586}" type="pres">
      <dgm:prSet presAssocID="{DB584D5D-22DA-40A2-A099-83510D570ED6}" presName="spaceRect" presStyleCnt="0"/>
      <dgm:spPr/>
    </dgm:pt>
    <dgm:pt modelId="{1F895F47-FD5E-4F48-ACBE-FA136CB10F89}" type="pres">
      <dgm:prSet presAssocID="{DB584D5D-22DA-40A2-A099-83510D570ED6}" presName="textRect" presStyleLbl="revTx" presStyleIdx="0" presStyleCnt="6">
        <dgm:presLayoutVars>
          <dgm:chMax val="1"/>
          <dgm:chPref val="1"/>
        </dgm:presLayoutVars>
      </dgm:prSet>
      <dgm:spPr/>
    </dgm:pt>
    <dgm:pt modelId="{435FD228-0627-455E-811B-07DFBC74D2F5}" type="pres">
      <dgm:prSet presAssocID="{99FBA579-2895-4B8F-B9E2-C81268643967}" presName="sibTrans" presStyleLbl="sibTrans2D1" presStyleIdx="0" presStyleCnt="0"/>
      <dgm:spPr/>
    </dgm:pt>
    <dgm:pt modelId="{D94EBFD4-4EB6-4564-9E4A-41F3E1C45252}" type="pres">
      <dgm:prSet presAssocID="{AD9C2FF9-2ED6-4335-A2AD-1788900C97B6}" presName="compNode" presStyleCnt="0"/>
      <dgm:spPr/>
    </dgm:pt>
    <dgm:pt modelId="{590B2705-5021-4013-8218-E2CF60332F92}" type="pres">
      <dgm:prSet presAssocID="{AD9C2FF9-2ED6-4335-A2AD-1788900C97B6}" presName="iconBgRect" presStyleLbl="bgShp" presStyleIdx="1" presStyleCnt="6"/>
      <dgm:spPr/>
    </dgm:pt>
    <dgm:pt modelId="{A16A697E-0E44-4E6F-911D-13F5EF8613C8}" type="pres">
      <dgm:prSet presAssocID="{AD9C2FF9-2ED6-4335-A2AD-1788900C97B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0BA8CAA8-CE8C-4739-AADE-979DC9725CB2}" type="pres">
      <dgm:prSet presAssocID="{AD9C2FF9-2ED6-4335-A2AD-1788900C97B6}" presName="spaceRect" presStyleCnt="0"/>
      <dgm:spPr/>
    </dgm:pt>
    <dgm:pt modelId="{656854DF-1EF0-4F55-B35E-989503FEBC38}" type="pres">
      <dgm:prSet presAssocID="{AD9C2FF9-2ED6-4335-A2AD-1788900C97B6}" presName="textRect" presStyleLbl="revTx" presStyleIdx="1" presStyleCnt="6">
        <dgm:presLayoutVars>
          <dgm:chMax val="1"/>
          <dgm:chPref val="1"/>
        </dgm:presLayoutVars>
      </dgm:prSet>
      <dgm:spPr/>
    </dgm:pt>
    <dgm:pt modelId="{7C86DE01-8D24-43DB-BA4F-49E5F7CD6228}" type="pres">
      <dgm:prSet presAssocID="{0F675EBB-244D-4B0C-A2B6-0D22335590C4}" presName="sibTrans" presStyleLbl="sibTrans2D1" presStyleIdx="0" presStyleCnt="0"/>
      <dgm:spPr/>
    </dgm:pt>
    <dgm:pt modelId="{3D0B0BF2-1D21-4C38-9877-B197BA8869CD}" type="pres">
      <dgm:prSet presAssocID="{5C5E52C1-7478-4CE0-B653-18F11A4D6D4B}" presName="compNode" presStyleCnt="0"/>
      <dgm:spPr/>
    </dgm:pt>
    <dgm:pt modelId="{847B57FC-4BC8-44B5-86BA-0A4F41587C2F}" type="pres">
      <dgm:prSet presAssocID="{5C5E52C1-7478-4CE0-B653-18F11A4D6D4B}" presName="iconBgRect" presStyleLbl="bgShp" presStyleIdx="2" presStyleCnt="6"/>
      <dgm:spPr/>
    </dgm:pt>
    <dgm:pt modelId="{5755D48F-AE7C-4EF5-B42E-D6884F831CF9}" type="pres">
      <dgm:prSet presAssocID="{5C5E52C1-7478-4CE0-B653-18F11A4D6D4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894C572-623F-4714-895B-4C7AA62FC5B1}" type="pres">
      <dgm:prSet presAssocID="{5C5E52C1-7478-4CE0-B653-18F11A4D6D4B}" presName="spaceRect" presStyleCnt="0"/>
      <dgm:spPr/>
    </dgm:pt>
    <dgm:pt modelId="{D4CE2773-7B51-43AB-BDBB-1FBE0BEA197F}" type="pres">
      <dgm:prSet presAssocID="{5C5E52C1-7478-4CE0-B653-18F11A4D6D4B}" presName="textRect" presStyleLbl="revTx" presStyleIdx="2" presStyleCnt="6">
        <dgm:presLayoutVars>
          <dgm:chMax val="1"/>
          <dgm:chPref val="1"/>
        </dgm:presLayoutVars>
      </dgm:prSet>
      <dgm:spPr/>
    </dgm:pt>
    <dgm:pt modelId="{8C191EC2-9DCB-4147-8990-4C87F68BE6F9}" type="pres">
      <dgm:prSet presAssocID="{6F6409E7-39D6-45C6-B993-26ACCFC897AF}" presName="sibTrans" presStyleLbl="sibTrans2D1" presStyleIdx="0" presStyleCnt="0"/>
      <dgm:spPr/>
    </dgm:pt>
    <dgm:pt modelId="{3FB2CF36-60FF-40B7-A57A-D15C3BCEFE7D}" type="pres">
      <dgm:prSet presAssocID="{11E6EAC7-DF9A-43CC-90F6-2AE9DEF1168A}" presName="compNode" presStyleCnt="0"/>
      <dgm:spPr/>
    </dgm:pt>
    <dgm:pt modelId="{77C48B9B-B6B4-471C-9B90-05E9DCD2CB6F}" type="pres">
      <dgm:prSet presAssocID="{11E6EAC7-DF9A-43CC-90F6-2AE9DEF1168A}" presName="iconBgRect" presStyleLbl="bgShp" presStyleIdx="3" presStyleCnt="6"/>
      <dgm:spPr/>
    </dgm:pt>
    <dgm:pt modelId="{CB630F3D-6614-44FC-84F9-BF56829A83BD}" type="pres">
      <dgm:prSet presAssocID="{11E6EAC7-DF9A-43CC-90F6-2AE9DEF1168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3125C65-5284-406E-BC89-C5542E3687EE}" type="pres">
      <dgm:prSet presAssocID="{11E6EAC7-DF9A-43CC-90F6-2AE9DEF1168A}" presName="spaceRect" presStyleCnt="0"/>
      <dgm:spPr/>
    </dgm:pt>
    <dgm:pt modelId="{E5BBFB33-BB64-421F-9C2C-F07C58D27468}" type="pres">
      <dgm:prSet presAssocID="{11E6EAC7-DF9A-43CC-90F6-2AE9DEF1168A}" presName="textRect" presStyleLbl="revTx" presStyleIdx="3" presStyleCnt="6">
        <dgm:presLayoutVars>
          <dgm:chMax val="1"/>
          <dgm:chPref val="1"/>
        </dgm:presLayoutVars>
      </dgm:prSet>
      <dgm:spPr/>
    </dgm:pt>
    <dgm:pt modelId="{A2D4F68C-A78E-41BF-BCA7-8B3FB317F18B}" type="pres">
      <dgm:prSet presAssocID="{DA440D00-18F0-4030-93DE-D3FE242AA67A}" presName="sibTrans" presStyleLbl="sibTrans2D1" presStyleIdx="0" presStyleCnt="0"/>
      <dgm:spPr/>
    </dgm:pt>
    <dgm:pt modelId="{DB19EBA6-985A-4D7D-913F-038BA858E98B}" type="pres">
      <dgm:prSet presAssocID="{571E279C-D176-4755-A7FB-826E541E4EAD}" presName="compNode" presStyleCnt="0"/>
      <dgm:spPr/>
    </dgm:pt>
    <dgm:pt modelId="{9988DE6E-D165-4297-8331-D22F91D1D29F}" type="pres">
      <dgm:prSet presAssocID="{571E279C-D176-4755-A7FB-826E541E4EAD}" presName="iconBgRect" presStyleLbl="bgShp" presStyleIdx="4" presStyleCnt="6"/>
      <dgm:spPr/>
    </dgm:pt>
    <dgm:pt modelId="{00246BA3-87CA-4069-A7A4-B155CD06A7BB}" type="pres">
      <dgm:prSet presAssocID="{571E279C-D176-4755-A7FB-826E541E4EA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8229997-2CE3-4219-9DA7-7F1631B46E38}" type="pres">
      <dgm:prSet presAssocID="{571E279C-D176-4755-A7FB-826E541E4EAD}" presName="spaceRect" presStyleCnt="0"/>
      <dgm:spPr/>
    </dgm:pt>
    <dgm:pt modelId="{C1AA28D8-2B46-4AED-9844-3414F618AE4D}" type="pres">
      <dgm:prSet presAssocID="{571E279C-D176-4755-A7FB-826E541E4EAD}" presName="textRect" presStyleLbl="revTx" presStyleIdx="4" presStyleCnt="6">
        <dgm:presLayoutVars>
          <dgm:chMax val="1"/>
          <dgm:chPref val="1"/>
        </dgm:presLayoutVars>
      </dgm:prSet>
      <dgm:spPr/>
    </dgm:pt>
    <dgm:pt modelId="{8A87AE0E-C1A7-48C2-9617-6D964B2F603E}" type="pres">
      <dgm:prSet presAssocID="{48182B4F-0FE2-4407-B51C-C770AD538788}" presName="sibTrans" presStyleLbl="sibTrans2D1" presStyleIdx="0" presStyleCnt="0"/>
      <dgm:spPr/>
    </dgm:pt>
    <dgm:pt modelId="{8E03F30D-C1F3-47D3-AD31-E87D2CCC84AA}" type="pres">
      <dgm:prSet presAssocID="{6D184B31-2D7B-4027-B8F3-B8D84EC47DBD}" presName="compNode" presStyleCnt="0"/>
      <dgm:spPr/>
    </dgm:pt>
    <dgm:pt modelId="{A4344FE1-1E7B-4381-81F7-18DAEF073E8D}" type="pres">
      <dgm:prSet presAssocID="{6D184B31-2D7B-4027-B8F3-B8D84EC47DBD}" presName="iconBgRect" presStyleLbl="bgShp" presStyleIdx="5" presStyleCnt="6"/>
      <dgm:spPr/>
    </dgm:pt>
    <dgm:pt modelId="{B5086808-DBB0-4C6C-9C71-BC227EF79B92}" type="pres">
      <dgm:prSet presAssocID="{6D184B31-2D7B-4027-B8F3-B8D84EC47DB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6A98EC4-402C-400F-9339-BE743FC41517}" type="pres">
      <dgm:prSet presAssocID="{6D184B31-2D7B-4027-B8F3-B8D84EC47DBD}" presName="spaceRect" presStyleCnt="0"/>
      <dgm:spPr/>
    </dgm:pt>
    <dgm:pt modelId="{10C07E55-42B3-4336-829B-F35F51133A44}" type="pres">
      <dgm:prSet presAssocID="{6D184B31-2D7B-4027-B8F3-B8D84EC47DB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EC29612-8E43-426C-9E90-E3A4C47172A4}" type="presOf" srcId="{DA440D00-18F0-4030-93DE-D3FE242AA67A}" destId="{A2D4F68C-A78E-41BF-BCA7-8B3FB317F18B}" srcOrd="0" destOrd="0" presId="urn:microsoft.com/office/officeart/2018/2/layout/IconCircleList"/>
    <dgm:cxn modelId="{6B798122-2DC3-44D2-94C5-7A447C900097}" type="presOf" srcId="{AD9C2FF9-2ED6-4335-A2AD-1788900C97B6}" destId="{656854DF-1EF0-4F55-B35E-989503FEBC38}" srcOrd="0" destOrd="0" presId="urn:microsoft.com/office/officeart/2018/2/layout/IconCircleList"/>
    <dgm:cxn modelId="{35B35C4B-2591-4431-81AA-96CA30413A99}" type="presOf" srcId="{6D184B31-2D7B-4027-B8F3-B8D84EC47DBD}" destId="{10C07E55-42B3-4336-829B-F35F51133A44}" srcOrd="0" destOrd="0" presId="urn:microsoft.com/office/officeart/2018/2/layout/IconCircleList"/>
    <dgm:cxn modelId="{69D69171-57E4-4BC4-B202-8371730E915B}" srcId="{F2700754-B96A-4CD9-AF13-4CAAF078E442}" destId="{DB584D5D-22DA-40A2-A099-83510D570ED6}" srcOrd="0" destOrd="0" parTransId="{975F1814-7580-4C0E-8AB3-60E663F0F52A}" sibTransId="{99FBA579-2895-4B8F-B9E2-C81268643967}"/>
    <dgm:cxn modelId="{AD5E647E-2F9D-4D91-B332-9DBA873AD0AA}" srcId="{F2700754-B96A-4CD9-AF13-4CAAF078E442}" destId="{11E6EAC7-DF9A-43CC-90F6-2AE9DEF1168A}" srcOrd="3" destOrd="0" parTransId="{1B8FFD95-B37A-41BE-89B9-DC0CAB2EC1F5}" sibTransId="{DA440D00-18F0-4030-93DE-D3FE242AA67A}"/>
    <dgm:cxn modelId="{EF9B4581-10B0-490E-83BB-8103D8190D6D}" type="presOf" srcId="{99FBA579-2895-4B8F-B9E2-C81268643967}" destId="{435FD228-0627-455E-811B-07DFBC74D2F5}" srcOrd="0" destOrd="0" presId="urn:microsoft.com/office/officeart/2018/2/layout/IconCircleList"/>
    <dgm:cxn modelId="{1BBF528D-1B17-4E34-AC2B-23CCB38BC252}" type="presOf" srcId="{11E6EAC7-DF9A-43CC-90F6-2AE9DEF1168A}" destId="{E5BBFB33-BB64-421F-9C2C-F07C58D27468}" srcOrd="0" destOrd="0" presId="urn:microsoft.com/office/officeart/2018/2/layout/IconCircleList"/>
    <dgm:cxn modelId="{A9723899-A5D0-4B23-9809-82E654B472A7}" srcId="{F2700754-B96A-4CD9-AF13-4CAAF078E442}" destId="{5C5E52C1-7478-4CE0-B653-18F11A4D6D4B}" srcOrd="2" destOrd="0" parTransId="{0DE15390-8953-444D-B4B1-1C8AFA61082C}" sibTransId="{6F6409E7-39D6-45C6-B993-26ACCFC897AF}"/>
    <dgm:cxn modelId="{68D358A6-88AD-43DF-8D4D-CC63D8546182}" type="presOf" srcId="{6F6409E7-39D6-45C6-B993-26ACCFC897AF}" destId="{8C191EC2-9DCB-4147-8990-4C87F68BE6F9}" srcOrd="0" destOrd="0" presId="urn:microsoft.com/office/officeart/2018/2/layout/IconCircleList"/>
    <dgm:cxn modelId="{67C049A8-E571-4E93-ACB1-338AC55102AC}" type="presOf" srcId="{5C5E52C1-7478-4CE0-B653-18F11A4D6D4B}" destId="{D4CE2773-7B51-43AB-BDBB-1FBE0BEA197F}" srcOrd="0" destOrd="0" presId="urn:microsoft.com/office/officeart/2018/2/layout/IconCircleList"/>
    <dgm:cxn modelId="{11F2B8A8-EB2A-48B0-A704-CC983A4C87EA}" type="presOf" srcId="{DB584D5D-22DA-40A2-A099-83510D570ED6}" destId="{1F895F47-FD5E-4F48-ACBE-FA136CB10F89}" srcOrd="0" destOrd="0" presId="urn:microsoft.com/office/officeart/2018/2/layout/IconCircleList"/>
    <dgm:cxn modelId="{57465AAA-2DA8-4644-905F-6F7F20224CF2}" srcId="{F2700754-B96A-4CD9-AF13-4CAAF078E442}" destId="{571E279C-D176-4755-A7FB-826E541E4EAD}" srcOrd="4" destOrd="0" parTransId="{96A74C97-9C9A-4A6D-B3E3-FF95E00925C0}" sibTransId="{48182B4F-0FE2-4407-B51C-C770AD538788}"/>
    <dgm:cxn modelId="{3DFB2BAD-666C-4DF8-868A-3E02AE22A928}" srcId="{F2700754-B96A-4CD9-AF13-4CAAF078E442}" destId="{AD9C2FF9-2ED6-4335-A2AD-1788900C97B6}" srcOrd="1" destOrd="0" parTransId="{3488164D-191A-4774-A618-FB82029CD1F9}" sibTransId="{0F675EBB-244D-4B0C-A2B6-0D22335590C4}"/>
    <dgm:cxn modelId="{4C882CB2-62C0-4981-9860-6F75B4126BFD}" type="presOf" srcId="{571E279C-D176-4755-A7FB-826E541E4EAD}" destId="{C1AA28D8-2B46-4AED-9844-3414F618AE4D}" srcOrd="0" destOrd="0" presId="urn:microsoft.com/office/officeart/2018/2/layout/IconCircleList"/>
    <dgm:cxn modelId="{23CFBCB6-5716-4881-B9F3-C354764A2170}" type="presOf" srcId="{F2700754-B96A-4CD9-AF13-4CAAF078E442}" destId="{6280AB81-BCED-41F6-AAF0-BB255491A3ED}" srcOrd="0" destOrd="0" presId="urn:microsoft.com/office/officeart/2018/2/layout/IconCircleList"/>
    <dgm:cxn modelId="{B4DEB9C0-C227-495A-8D33-E62991BCF633}" type="presOf" srcId="{0F675EBB-244D-4B0C-A2B6-0D22335590C4}" destId="{7C86DE01-8D24-43DB-BA4F-49E5F7CD6228}" srcOrd="0" destOrd="0" presId="urn:microsoft.com/office/officeart/2018/2/layout/IconCircleList"/>
    <dgm:cxn modelId="{0EF8FFC7-EAC5-49C6-8270-4FCCA4192214}" type="presOf" srcId="{48182B4F-0FE2-4407-B51C-C770AD538788}" destId="{8A87AE0E-C1A7-48C2-9617-6D964B2F603E}" srcOrd="0" destOrd="0" presId="urn:microsoft.com/office/officeart/2018/2/layout/IconCircleList"/>
    <dgm:cxn modelId="{06824BD9-5846-4F0E-A06D-C108890BBF9A}" srcId="{F2700754-B96A-4CD9-AF13-4CAAF078E442}" destId="{6D184B31-2D7B-4027-B8F3-B8D84EC47DBD}" srcOrd="5" destOrd="0" parTransId="{7EC4792C-6B00-4BCC-9A25-4592D7DADEE0}" sibTransId="{05114AA7-62EF-43DD-92C7-0ECE94336DBA}"/>
    <dgm:cxn modelId="{BFE97E24-1C88-4064-867F-67C107B2A359}" type="presParOf" srcId="{6280AB81-BCED-41F6-AAF0-BB255491A3ED}" destId="{39479AE7-5C4D-498E-BA62-C0A4F152F856}" srcOrd="0" destOrd="0" presId="urn:microsoft.com/office/officeart/2018/2/layout/IconCircleList"/>
    <dgm:cxn modelId="{C637D646-75A5-403F-8B5C-D2D116E53F38}" type="presParOf" srcId="{39479AE7-5C4D-498E-BA62-C0A4F152F856}" destId="{EC66DD2F-5615-4A0D-BE09-81AAE411A1E5}" srcOrd="0" destOrd="0" presId="urn:microsoft.com/office/officeart/2018/2/layout/IconCircleList"/>
    <dgm:cxn modelId="{439B9B64-69B7-45B3-9E50-4B496A7DEA2F}" type="presParOf" srcId="{EC66DD2F-5615-4A0D-BE09-81AAE411A1E5}" destId="{C4E98020-5145-48BE-BB06-BAAEFB5D7052}" srcOrd="0" destOrd="0" presId="urn:microsoft.com/office/officeart/2018/2/layout/IconCircleList"/>
    <dgm:cxn modelId="{CE0B0053-8DB1-4C9B-ABF9-E8105A11ACD0}" type="presParOf" srcId="{EC66DD2F-5615-4A0D-BE09-81AAE411A1E5}" destId="{7CB87AD5-0AD2-4FD2-BFEA-B70867BCF413}" srcOrd="1" destOrd="0" presId="urn:microsoft.com/office/officeart/2018/2/layout/IconCircleList"/>
    <dgm:cxn modelId="{40E9C7A9-1344-42DD-A48B-BCFBA8C61684}" type="presParOf" srcId="{EC66DD2F-5615-4A0D-BE09-81AAE411A1E5}" destId="{351DCDB9-5EE0-47D8-A4B0-E12F39F84586}" srcOrd="2" destOrd="0" presId="urn:microsoft.com/office/officeart/2018/2/layout/IconCircleList"/>
    <dgm:cxn modelId="{12B20AA4-7B61-4FDE-9DD3-3E589E8F3E3D}" type="presParOf" srcId="{EC66DD2F-5615-4A0D-BE09-81AAE411A1E5}" destId="{1F895F47-FD5E-4F48-ACBE-FA136CB10F89}" srcOrd="3" destOrd="0" presId="urn:microsoft.com/office/officeart/2018/2/layout/IconCircleList"/>
    <dgm:cxn modelId="{C4478631-D7C8-41A5-BD46-4B8521236F4F}" type="presParOf" srcId="{39479AE7-5C4D-498E-BA62-C0A4F152F856}" destId="{435FD228-0627-455E-811B-07DFBC74D2F5}" srcOrd="1" destOrd="0" presId="urn:microsoft.com/office/officeart/2018/2/layout/IconCircleList"/>
    <dgm:cxn modelId="{D48FD430-08E9-4C70-8565-8A1D2C49E373}" type="presParOf" srcId="{39479AE7-5C4D-498E-BA62-C0A4F152F856}" destId="{D94EBFD4-4EB6-4564-9E4A-41F3E1C45252}" srcOrd="2" destOrd="0" presId="urn:microsoft.com/office/officeart/2018/2/layout/IconCircleList"/>
    <dgm:cxn modelId="{9A428E6F-1DE6-41BE-B8B6-BCA810CDFCD2}" type="presParOf" srcId="{D94EBFD4-4EB6-4564-9E4A-41F3E1C45252}" destId="{590B2705-5021-4013-8218-E2CF60332F92}" srcOrd="0" destOrd="0" presId="urn:microsoft.com/office/officeart/2018/2/layout/IconCircleList"/>
    <dgm:cxn modelId="{3E0BF6A7-5FE3-4945-A514-1772F156B730}" type="presParOf" srcId="{D94EBFD4-4EB6-4564-9E4A-41F3E1C45252}" destId="{A16A697E-0E44-4E6F-911D-13F5EF8613C8}" srcOrd="1" destOrd="0" presId="urn:microsoft.com/office/officeart/2018/2/layout/IconCircleList"/>
    <dgm:cxn modelId="{730CFEDF-248C-4E88-BBCB-CAE4358EE249}" type="presParOf" srcId="{D94EBFD4-4EB6-4564-9E4A-41F3E1C45252}" destId="{0BA8CAA8-CE8C-4739-AADE-979DC9725CB2}" srcOrd="2" destOrd="0" presId="urn:microsoft.com/office/officeart/2018/2/layout/IconCircleList"/>
    <dgm:cxn modelId="{D857A551-6D3C-4D08-B22B-CE29DD2B3331}" type="presParOf" srcId="{D94EBFD4-4EB6-4564-9E4A-41F3E1C45252}" destId="{656854DF-1EF0-4F55-B35E-989503FEBC38}" srcOrd="3" destOrd="0" presId="urn:microsoft.com/office/officeart/2018/2/layout/IconCircleList"/>
    <dgm:cxn modelId="{53069BBC-FDA4-4698-96AB-799327A754F4}" type="presParOf" srcId="{39479AE7-5C4D-498E-BA62-C0A4F152F856}" destId="{7C86DE01-8D24-43DB-BA4F-49E5F7CD6228}" srcOrd="3" destOrd="0" presId="urn:microsoft.com/office/officeart/2018/2/layout/IconCircleList"/>
    <dgm:cxn modelId="{9C2C8336-3C26-4B99-A7B8-87A0465FC7DD}" type="presParOf" srcId="{39479AE7-5C4D-498E-BA62-C0A4F152F856}" destId="{3D0B0BF2-1D21-4C38-9877-B197BA8869CD}" srcOrd="4" destOrd="0" presId="urn:microsoft.com/office/officeart/2018/2/layout/IconCircleList"/>
    <dgm:cxn modelId="{C4EBA486-3B2F-4F73-9A2C-226DE508C42D}" type="presParOf" srcId="{3D0B0BF2-1D21-4C38-9877-B197BA8869CD}" destId="{847B57FC-4BC8-44B5-86BA-0A4F41587C2F}" srcOrd="0" destOrd="0" presId="urn:microsoft.com/office/officeart/2018/2/layout/IconCircleList"/>
    <dgm:cxn modelId="{3DE863B4-DCB3-4015-8770-B45687B4B1DB}" type="presParOf" srcId="{3D0B0BF2-1D21-4C38-9877-B197BA8869CD}" destId="{5755D48F-AE7C-4EF5-B42E-D6884F831CF9}" srcOrd="1" destOrd="0" presId="urn:microsoft.com/office/officeart/2018/2/layout/IconCircleList"/>
    <dgm:cxn modelId="{B03959BD-82F1-45FC-A898-0F4DD1077385}" type="presParOf" srcId="{3D0B0BF2-1D21-4C38-9877-B197BA8869CD}" destId="{8894C572-623F-4714-895B-4C7AA62FC5B1}" srcOrd="2" destOrd="0" presId="urn:microsoft.com/office/officeart/2018/2/layout/IconCircleList"/>
    <dgm:cxn modelId="{3297CF1B-C95D-4D43-A3E2-49E3EA5931BD}" type="presParOf" srcId="{3D0B0BF2-1D21-4C38-9877-B197BA8869CD}" destId="{D4CE2773-7B51-43AB-BDBB-1FBE0BEA197F}" srcOrd="3" destOrd="0" presId="urn:microsoft.com/office/officeart/2018/2/layout/IconCircleList"/>
    <dgm:cxn modelId="{C658B0D7-11CD-49A8-B952-94554B22A210}" type="presParOf" srcId="{39479AE7-5C4D-498E-BA62-C0A4F152F856}" destId="{8C191EC2-9DCB-4147-8990-4C87F68BE6F9}" srcOrd="5" destOrd="0" presId="urn:microsoft.com/office/officeart/2018/2/layout/IconCircleList"/>
    <dgm:cxn modelId="{FFAD028E-3FB3-4A76-B025-80F800A928EA}" type="presParOf" srcId="{39479AE7-5C4D-498E-BA62-C0A4F152F856}" destId="{3FB2CF36-60FF-40B7-A57A-D15C3BCEFE7D}" srcOrd="6" destOrd="0" presId="urn:microsoft.com/office/officeart/2018/2/layout/IconCircleList"/>
    <dgm:cxn modelId="{9B45A08E-50C5-45A7-AE61-0E114AFE6E3D}" type="presParOf" srcId="{3FB2CF36-60FF-40B7-A57A-D15C3BCEFE7D}" destId="{77C48B9B-B6B4-471C-9B90-05E9DCD2CB6F}" srcOrd="0" destOrd="0" presId="urn:microsoft.com/office/officeart/2018/2/layout/IconCircleList"/>
    <dgm:cxn modelId="{BCADCDEC-9F46-438D-8A00-6599518B4408}" type="presParOf" srcId="{3FB2CF36-60FF-40B7-A57A-D15C3BCEFE7D}" destId="{CB630F3D-6614-44FC-84F9-BF56829A83BD}" srcOrd="1" destOrd="0" presId="urn:microsoft.com/office/officeart/2018/2/layout/IconCircleList"/>
    <dgm:cxn modelId="{11658015-7474-405E-AC5B-663465CFFBD5}" type="presParOf" srcId="{3FB2CF36-60FF-40B7-A57A-D15C3BCEFE7D}" destId="{F3125C65-5284-406E-BC89-C5542E3687EE}" srcOrd="2" destOrd="0" presId="urn:microsoft.com/office/officeart/2018/2/layout/IconCircleList"/>
    <dgm:cxn modelId="{180956D2-0FB8-4109-9B5A-DF8BA1C4A5AA}" type="presParOf" srcId="{3FB2CF36-60FF-40B7-A57A-D15C3BCEFE7D}" destId="{E5BBFB33-BB64-421F-9C2C-F07C58D27468}" srcOrd="3" destOrd="0" presId="urn:microsoft.com/office/officeart/2018/2/layout/IconCircleList"/>
    <dgm:cxn modelId="{C0803907-817F-480C-9569-622D850FB3FF}" type="presParOf" srcId="{39479AE7-5C4D-498E-BA62-C0A4F152F856}" destId="{A2D4F68C-A78E-41BF-BCA7-8B3FB317F18B}" srcOrd="7" destOrd="0" presId="urn:microsoft.com/office/officeart/2018/2/layout/IconCircleList"/>
    <dgm:cxn modelId="{BB982533-5547-4345-A316-A7F68896A46F}" type="presParOf" srcId="{39479AE7-5C4D-498E-BA62-C0A4F152F856}" destId="{DB19EBA6-985A-4D7D-913F-038BA858E98B}" srcOrd="8" destOrd="0" presId="urn:microsoft.com/office/officeart/2018/2/layout/IconCircleList"/>
    <dgm:cxn modelId="{46838A16-2E27-4723-8E3D-E29F0A699BA5}" type="presParOf" srcId="{DB19EBA6-985A-4D7D-913F-038BA858E98B}" destId="{9988DE6E-D165-4297-8331-D22F91D1D29F}" srcOrd="0" destOrd="0" presId="urn:microsoft.com/office/officeart/2018/2/layout/IconCircleList"/>
    <dgm:cxn modelId="{5044DB59-FF7D-4809-8047-95CA2606D306}" type="presParOf" srcId="{DB19EBA6-985A-4D7D-913F-038BA858E98B}" destId="{00246BA3-87CA-4069-A7A4-B155CD06A7BB}" srcOrd="1" destOrd="0" presId="urn:microsoft.com/office/officeart/2018/2/layout/IconCircleList"/>
    <dgm:cxn modelId="{E402801C-FFD0-49DB-883B-67A29FA774CF}" type="presParOf" srcId="{DB19EBA6-985A-4D7D-913F-038BA858E98B}" destId="{28229997-2CE3-4219-9DA7-7F1631B46E38}" srcOrd="2" destOrd="0" presId="urn:microsoft.com/office/officeart/2018/2/layout/IconCircleList"/>
    <dgm:cxn modelId="{FE22FDDF-F141-48E4-BDCA-EA3F8D4F9D7D}" type="presParOf" srcId="{DB19EBA6-985A-4D7D-913F-038BA858E98B}" destId="{C1AA28D8-2B46-4AED-9844-3414F618AE4D}" srcOrd="3" destOrd="0" presId="urn:microsoft.com/office/officeart/2018/2/layout/IconCircleList"/>
    <dgm:cxn modelId="{2EDE7399-051D-4596-A4AD-6E321481B807}" type="presParOf" srcId="{39479AE7-5C4D-498E-BA62-C0A4F152F856}" destId="{8A87AE0E-C1A7-48C2-9617-6D964B2F603E}" srcOrd="9" destOrd="0" presId="urn:microsoft.com/office/officeart/2018/2/layout/IconCircleList"/>
    <dgm:cxn modelId="{D622BB4B-7D98-4FC0-9A3C-77E3992A1650}" type="presParOf" srcId="{39479AE7-5C4D-498E-BA62-C0A4F152F856}" destId="{8E03F30D-C1F3-47D3-AD31-E87D2CCC84AA}" srcOrd="10" destOrd="0" presId="urn:microsoft.com/office/officeart/2018/2/layout/IconCircleList"/>
    <dgm:cxn modelId="{EE104526-9BAF-4F04-9AD2-040E17F29A92}" type="presParOf" srcId="{8E03F30D-C1F3-47D3-AD31-E87D2CCC84AA}" destId="{A4344FE1-1E7B-4381-81F7-18DAEF073E8D}" srcOrd="0" destOrd="0" presId="urn:microsoft.com/office/officeart/2018/2/layout/IconCircleList"/>
    <dgm:cxn modelId="{D49CAE0E-ECFA-4047-A9F5-127AA2938FCF}" type="presParOf" srcId="{8E03F30D-C1F3-47D3-AD31-E87D2CCC84AA}" destId="{B5086808-DBB0-4C6C-9C71-BC227EF79B92}" srcOrd="1" destOrd="0" presId="urn:microsoft.com/office/officeart/2018/2/layout/IconCircleList"/>
    <dgm:cxn modelId="{6E544079-3D27-4B8B-9A2A-68844ADE7DCF}" type="presParOf" srcId="{8E03F30D-C1F3-47D3-AD31-E87D2CCC84AA}" destId="{96A98EC4-402C-400F-9339-BE743FC41517}" srcOrd="2" destOrd="0" presId="urn:microsoft.com/office/officeart/2018/2/layout/IconCircleList"/>
    <dgm:cxn modelId="{B0DD5D20-953F-4593-BF23-2B5F6C55C541}" type="presParOf" srcId="{8E03F30D-C1F3-47D3-AD31-E87D2CCC84AA}" destId="{10C07E55-42B3-4336-829B-F35F51133A4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316A06-17E5-445A-93F7-CE9474CB78D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36FFD7A-8911-4F8F-BE07-41FE59228B18}">
      <dgm:prSet/>
      <dgm:spPr/>
      <dgm:t>
        <a:bodyPr/>
        <a:lstStyle/>
        <a:p>
          <a:r>
            <a:rPr lang="en-US"/>
            <a:t>This project focuses on analyzing an e-commerce dataset to understand customer purchasing behavior and overall sales performance</a:t>
          </a:r>
        </a:p>
      </dgm:t>
    </dgm:pt>
    <dgm:pt modelId="{6AF06793-A3FC-4A8E-9EC4-024431A98464}" type="parTrans" cxnId="{384D1CC4-61A1-4012-9917-3AECF0C96E9A}">
      <dgm:prSet/>
      <dgm:spPr/>
      <dgm:t>
        <a:bodyPr/>
        <a:lstStyle/>
        <a:p>
          <a:endParaRPr lang="en-US"/>
        </a:p>
      </dgm:t>
    </dgm:pt>
    <dgm:pt modelId="{96F9DC67-32C6-47A6-A0F5-34759033BDA2}" type="sibTrans" cxnId="{384D1CC4-61A1-4012-9917-3AECF0C96E9A}">
      <dgm:prSet/>
      <dgm:spPr/>
      <dgm:t>
        <a:bodyPr/>
        <a:lstStyle/>
        <a:p>
          <a:endParaRPr lang="en-US"/>
        </a:p>
      </dgm:t>
    </dgm:pt>
    <dgm:pt modelId="{34F66D0A-5CC2-4FD7-A41F-4537235EBAFB}">
      <dgm:prSet/>
      <dgm:spPr/>
      <dgm:t>
        <a:bodyPr/>
        <a:lstStyle/>
        <a:p>
          <a:r>
            <a:rPr lang="en-US"/>
            <a:t>It involves data cleaning, preprocessing, and transformation to ensure accurate and reliable analysis</a:t>
          </a:r>
        </a:p>
      </dgm:t>
    </dgm:pt>
    <dgm:pt modelId="{B8CA77EE-1483-45A6-AA9E-E176C524C976}" type="parTrans" cxnId="{9538E178-B5C3-40BB-B3BB-88A70116C8CF}">
      <dgm:prSet/>
      <dgm:spPr/>
      <dgm:t>
        <a:bodyPr/>
        <a:lstStyle/>
        <a:p>
          <a:endParaRPr lang="en-US"/>
        </a:p>
      </dgm:t>
    </dgm:pt>
    <dgm:pt modelId="{87301D32-F651-42A1-BA18-0FB056D64465}" type="sibTrans" cxnId="{9538E178-B5C3-40BB-B3BB-88A70116C8CF}">
      <dgm:prSet/>
      <dgm:spPr/>
      <dgm:t>
        <a:bodyPr/>
        <a:lstStyle/>
        <a:p>
          <a:endParaRPr lang="en-US"/>
        </a:p>
      </dgm:t>
    </dgm:pt>
    <dgm:pt modelId="{85DB68AA-EBBF-444C-8050-0F9A9406F718}">
      <dgm:prSet/>
      <dgm:spPr/>
      <dgm:t>
        <a:bodyPr/>
        <a:lstStyle/>
        <a:p>
          <a:r>
            <a:rPr lang="en-US"/>
            <a:t>Various analytical techniques such as Univariate, Bivariate, and Multivariate analysis are applied to explore patterns and relationships</a:t>
          </a:r>
        </a:p>
      </dgm:t>
    </dgm:pt>
    <dgm:pt modelId="{1E1585D7-1DB8-4591-80AA-270CEA867D59}" type="parTrans" cxnId="{6E6AE7C1-997D-46F6-A323-ADDFB06B66D8}">
      <dgm:prSet/>
      <dgm:spPr/>
      <dgm:t>
        <a:bodyPr/>
        <a:lstStyle/>
        <a:p>
          <a:endParaRPr lang="en-US"/>
        </a:p>
      </dgm:t>
    </dgm:pt>
    <dgm:pt modelId="{6EDA44D4-D489-42EC-9AFD-0400A42CD935}" type="sibTrans" cxnId="{6E6AE7C1-997D-46F6-A323-ADDFB06B66D8}">
      <dgm:prSet/>
      <dgm:spPr/>
      <dgm:t>
        <a:bodyPr/>
        <a:lstStyle/>
        <a:p>
          <a:endParaRPr lang="en-US"/>
        </a:p>
      </dgm:t>
    </dgm:pt>
    <dgm:pt modelId="{CDD30A28-B227-4531-AAB0-1251E9456A06}">
      <dgm:prSet/>
      <dgm:spPr/>
      <dgm:t>
        <a:bodyPr/>
        <a:lstStyle/>
        <a:p>
          <a:r>
            <a:rPr lang="en-US"/>
            <a:t>The study examines key factors like product pricing, quantity, discounts, delivery time, and customer segments</a:t>
          </a:r>
        </a:p>
      </dgm:t>
    </dgm:pt>
    <dgm:pt modelId="{C10A4DC4-60B1-4D2C-BD1A-A955098C9554}" type="parTrans" cxnId="{C82BD609-BF78-4779-81A5-6C835EE235C7}">
      <dgm:prSet/>
      <dgm:spPr/>
      <dgm:t>
        <a:bodyPr/>
        <a:lstStyle/>
        <a:p>
          <a:endParaRPr lang="en-US"/>
        </a:p>
      </dgm:t>
    </dgm:pt>
    <dgm:pt modelId="{3DCB7690-6511-4E7E-8073-2AB755BB4C1A}" type="sibTrans" cxnId="{C82BD609-BF78-4779-81A5-6C835EE235C7}">
      <dgm:prSet/>
      <dgm:spPr/>
      <dgm:t>
        <a:bodyPr/>
        <a:lstStyle/>
        <a:p>
          <a:endParaRPr lang="en-US"/>
        </a:p>
      </dgm:t>
    </dgm:pt>
    <dgm:pt modelId="{11C94C55-C69B-4D71-9348-F4B424CC30D3}">
      <dgm:prSet/>
      <dgm:spPr/>
      <dgm:t>
        <a:bodyPr/>
        <a:lstStyle/>
        <a:p>
          <a:r>
            <a:rPr lang="en-US"/>
            <a:t>Visualizations are used to represent trends and correlations in an easy-to-understand manner</a:t>
          </a:r>
        </a:p>
      </dgm:t>
    </dgm:pt>
    <dgm:pt modelId="{CDCCF1E8-585F-40DC-A688-0F20B5210E2D}" type="parTrans" cxnId="{CC183860-BB5F-45AD-85F6-22E69A164BBF}">
      <dgm:prSet/>
      <dgm:spPr/>
      <dgm:t>
        <a:bodyPr/>
        <a:lstStyle/>
        <a:p>
          <a:endParaRPr lang="en-US"/>
        </a:p>
      </dgm:t>
    </dgm:pt>
    <dgm:pt modelId="{EE7D416A-DAF7-4901-8A83-F58F1C4C5A58}" type="sibTrans" cxnId="{CC183860-BB5F-45AD-85F6-22E69A164BBF}">
      <dgm:prSet/>
      <dgm:spPr/>
      <dgm:t>
        <a:bodyPr/>
        <a:lstStyle/>
        <a:p>
          <a:endParaRPr lang="en-US"/>
        </a:p>
      </dgm:t>
    </dgm:pt>
    <dgm:pt modelId="{9112B410-92E6-448C-A032-ADCF061F79D3}">
      <dgm:prSet/>
      <dgm:spPr/>
      <dgm:t>
        <a:bodyPr/>
        <a:lstStyle/>
        <a:p>
          <a:r>
            <a:rPr lang="en-US"/>
            <a:t>The overall aim is to derive meaningful insights that can support better business decisions and improve customer satisfaction</a:t>
          </a:r>
        </a:p>
      </dgm:t>
    </dgm:pt>
    <dgm:pt modelId="{90888A06-208E-4127-8784-297ABD88A6BC}" type="parTrans" cxnId="{631C49C1-52D8-4B2D-9DAE-5F51B25AFC5D}">
      <dgm:prSet/>
      <dgm:spPr/>
      <dgm:t>
        <a:bodyPr/>
        <a:lstStyle/>
        <a:p>
          <a:endParaRPr lang="en-US"/>
        </a:p>
      </dgm:t>
    </dgm:pt>
    <dgm:pt modelId="{405E15DD-6220-4366-8DAE-3CEDD6F65511}" type="sibTrans" cxnId="{631C49C1-52D8-4B2D-9DAE-5F51B25AFC5D}">
      <dgm:prSet/>
      <dgm:spPr/>
      <dgm:t>
        <a:bodyPr/>
        <a:lstStyle/>
        <a:p>
          <a:endParaRPr lang="en-US"/>
        </a:p>
      </dgm:t>
    </dgm:pt>
    <dgm:pt modelId="{7147FCE0-248A-40F0-97DE-B656DC127772}" type="pres">
      <dgm:prSet presAssocID="{BF316A06-17E5-445A-93F7-CE9474CB78DB}" presName="diagram" presStyleCnt="0">
        <dgm:presLayoutVars>
          <dgm:dir/>
          <dgm:resizeHandles val="exact"/>
        </dgm:presLayoutVars>
      </dgm:prSet>
      <dgm:spPr/>
    </dgm:pt>
    <dgm:pt modelId="{8ED2B01C-0ED2-4110-8635-C13A6530A7A2}" type="pres">
      <dgm:prSet presAssocID="{D36FFD7A-8911-4F8F-BE07-41FE59228B18}" presName="node" presStyleLbl="node1" presStyleIdx="0" presStyleCnt="6">
        <dgm:presLayoutVars>
          <dgm:bulletEnabled val="1"/>
        </dgm:presLayoutVars>
      </dgm:prSet>
      <dgm:spPr/>
    </dgm:pt>
    <dgm:pt modelId="{AFB3D06A-C48B-4CE0-9D7B-F754C2D30F0D}" type="pres">
      <dgm:prSet presAssocID="{96F9DC67-32C6-47A6-A0F5-34759033BDA2}" presName="sibTrans" presStyleCnt="0"/>
      <dgm:spPr/>
    </dgm:pt>
    <dgm:pt modelId="{19C0D95E-CEF5-4E56-AC39-D87F71EDBF9A}" type="pres">
      <dgm:prSet presAssocID="{34F66D0A-5CC2-4FD7-A41F-4537235EBAFB}" presName="node" presStyleLbl="node1" presStyleIdx="1" presStyleCnt="6">
        <dgm:presLayoutVars>
          <dgm:bulletEnabled val="1"/>
        </dgm:presLayoutVars>
      </dgm:prSet>
      <dgm:spPr/>
    </dgm:pt>
    <dgm:pt modelId="{6D9AB1F3-F671-413A-BEA9-ECF5D2CA3D51}" type="pres">
      <dgm:prSet presAssocID="{87301D32-F651-42A1-BA18-0FB056D64465}" presName="sibTrans" presStyleCnt="0"/>
      <dgm:spPr/>
    </dgm:pt>
    <dgm:pt modelId="{A7442215-0F62-49AE-9D98-045D099B51E9}" type="pres">
      <dgm:prSet presAssocID="{85DB68AA-EBBF-444C-8050-0F9A9406F718}" presName="node" presStyleLbl="node1" presStyleIdx="2" presStyleCnt="6">
        <dgm:presLayoutVars>
          <dgm:bulletEnabled val="1"/>
        </dgm:presLayoutVars>
      </dgm:prSet>
      <dgm:spPr/>
    </dgm:pt>
    <dgm:pt modelId="{B692F4BC-4196-4BCA-93F4-80AF402D0A59}" type="pres">
      <dgm:prSet presAssocID="{6EDA44D4-D489-42EC-9AFD-0400A42CD935}" presName="sibTrans" presStyleCnt="0"/>
      <dgm:spPr/>
    </dgm:pt>
    <dgm:pt modelId="{6FAB6713-C714-43A4-AF14-0CD40EE0B61C}" type="pres">
      <dgm:prSet presAssocID="{CDD30A28-B227-4531-AAB0-1251E9456A06}" presName="node" presStyleLbl="node1" presStyleIdx="3" presStyleCnt="6">
        <dgm:presLayoutVars>
          <dgm:bulletEnabled val="1"/>
        </dgm:presLayoutVars>
      </dgm:prSet>
      <dgm:spPr/>
    </dgm:pt>
    <dgm:pt modelId="{F48A9FE2-769F-4389-A263-EE8F75D4C7D3}" type="pres">
      <dgm:prSet presAssocID="{3DCB7690-6511-4E7E-8073-2AB755BB4C1A}" presName="sibTrans" presStyleCnt="0"/>
      <dgm:spPr/>
    </dgm:pt>
    <dgm:pt modelId="{154A7789-B338-48B1-A606-96B3E98FF34B}" type="pres">
      <dgm:prSet presAssocID="{11C94C55-C69B-4D71-9348-F4B424CC30D3}" presName="node" presStyleLbl="node1" presStyleIdx="4" presStyleCnt="6">
        <dgm:presLayoutVars>
          <dgm:bulletEnabled val="1"/>
        </dgm:presLayoutVars>
      </dgm:prSet>
      <dgm:spPr/>
    </dgm:pt>
    <dgm:pt modelId="{CDF0EFA6-2976-4ADC-B29F-BA65BEB649B7}" type="pres">
      <dgm:prSet presAssocID="{EE7D416A-DAF7-4901-8A83-F58F1C4C5A58}" presName="sibTrans" presStyleCnt="0"/>
      <dgm:spPr/>
    </dgm:pt>
    <dgm:pt modelId="{F735151A-95DC-47B9-AEB6-7FF87AD86451}" type="pres">
      <dgm:prSet presAssocID="{9112B410-92E6-448C-A032-ADCF061F79D3}" presName="node" presStyleLbl="node1" presStyleIdx="5" presStyleCnt="6">
        <dgm:presLayoutVars>
          <dgm:bulletEnabled val="1"/>
        </dgm:presLayoutVars>
      </dgm:prSet>
      <dgm:spPr/>
    </dgm:pt>
  </dgm:ptLst>
  <dgm:cxnLst>
    <dgm:cxn modelId="{C82BD609-BF78-4779-81A5-6C835EE235C7}" srcId="{BF316A06-17E5-445A-93F7-CE9474CB78DB}" destId="{CDD30A28-B227-4531-AAB0-1251E9456A06}" srcOrd="3" destOrd="0" parTransId="{C10A4DC4-60B1-4D2C-BD1A-A955098C9554}" sibTransId="{3DCB7690-6511-4E7E-8073-2AB755BB4C1A}"/>
    <dgm:cxn modelId="{2146E417-B2E6-4277-8700-A47269E16CA8}" type="presOf" srcId="{BF316A06-17E5-445A-93F7-CE9474CB78DB}" destId="{7147FCE0-248A-40F0-97DE-B656DC127772}" srcOrd="0" destOrd="0" presId="urn:microsoft.com/office/officeart/2005/8/layout/default"/>
    <dgm:cxn modelId="{CCB2E721-87AC-4553-A5DF-582E445A07AE}" type="presOf" srcId="{11C94C55-C69B-4D71-9348-F4B424CC30D3}" destId="{154A7789-B338-48B1-A606-96B3E98FF34B}" srcOrd="0" destOrd="0" presId="urn:microsoft.com/office/officeart/2005/8/layout/default"/>
    <dgm:cxn modelId="{41A00E26-B2F6-4889-B998-B8E23CB5EA82}" type="presOf" srcId="{9112B410-92E6-448C-A032-ADCF061F79D3}" destId="{F735151A-95DC-47B9-AEB6-7FF87AD86451}" srcOrd="0" destOrd="0" presId="urn:microsoft.com/office/officeart/2005/8/layout/default"/>
    <dgm:cxn modelId="{CC183860-BB5F-45AD-85F6-22E69A164BBF}" srcId="{BF316A06-17E5-445A-93F7-CE9474CB78DB}" destId="{11C94C55-C69B-4D71-9348-F4B424CC30D3}" srcOrd="4" destOrd="0" parTransId="{CDCCF1E8-585F-40DC-A688-0F20B5210E2D}" sibTransId="{EE7D416A-DAF7-4901-8A83-F58F1C4C5A58}"/>
    <dgm:cxn modelId="{29D3D14C-435C-4110-B5C6-159692BBD382}" type="presOf" srcId="{D36FFD7A-8911-4F8F-BE07-41FE59228B18}" destId="{8ED2B01C-0ED2-4110-8635-C13A6530A7A2}" srcOrd="0" destOrd="0" presId="urn:microsoft.com/office/officeart/2005/8/layout/default"/>
    <dgm:cxn modelId="{9538E178-B5C3-40BB-B3BB-88A70116C8CF}" srcId="{BF316A06-17E5-445A-93F7-CE9474CB78DB}" destId="{34F66D0A-5CC2-4FD7-A41F-4537235EBAFB}" srcOrd="1" destOrd="0" parTransId="{B8CA77EE-1483-45A6-AA9E-E176C524C976}" sibTransId="{87301D32-F651-42A1-BA18-0FB056D64465}"/>
    <dgm:cxn modelId="{F487D0AB-98C9-410A-BA42-B7307090F0D7}" type="presOf" srcId="{34F66D0A-5CC2-4FD7-A41F-4537235EBAFB}" destId="{19C0D95E-CEF5-4E56-AC39-D87F71EDBF9A}" srcOrd="0" destOrd="0" presId="urn:microsoft.com/office/officeart/2005/8/layout/default"/>
    <dgm:cxn modelId="{AC066FBC-ABC8-4B05-9B9C-33071E7CA834}" type="presOf" srcId="{85DB68AA-EBBF-444C-8050-0F9A9406F718}" destId="{A7442215-0F62-49AE-9D98-045D099B51E9}" srcOrd="0" destOrd="0" presId="urn:microsoft.com/office/officeart/2005/8/layout/default"/>
    <dgm:cxn modelId="{631C49C1-52D8-4B2D-9DAE-5F51B25AFC5D}" srcId="{BF316A06-17E5-445A-93F7-CE9474CB78DB}" destId="{9112B410-92E6-448C-A032-ADCF061F79D3}" srcOrd="5" destOrd="0" parTransId="{90888A06-208E-4127-8784-297ABD88A6BC}" sibTransId="{405E15DD-6220-4366-8DAE-3CEDD6F65511}"/>
    <dgm:cxn modelId="{6E6AE7C1-997D-46F6-A323-ADDFB06B66D8}" srcId="{BF316A06-17E5-445A-93F7-CE9474CB78DB}" destId="{85DB68AA-EBBF-444C-8050-0F9A9406F718}" srcOrd="2" destOrd="0" parTransId="{1E1585D7-1DB8-4591-80AA-270CEA867D59}" sibTransId="{6EDA44D4-D489-42EC-9AFD-0400A42CD935}"/>
    <dgm:cxn modelId="{384D1CC4-61A1-4012-9917-3AECF0C96E9A}" srcId="{BF316A06-17E5-445A-93F7-CE9474CB78DB}" destId="{D36FFD7A-8911-4F8F-BE07-41FE59228B18}" srcOrd="0" destOrd="0" parTransId="{6AF06793-A3FC-4A8E-9EC4-024431A98464}" sibTransId="{96F9DC67-32C6-47A6-A0F5-34759033BDA2}"/>
    <dgm:cxn modelId="{347C3FC7-E880-451C-B7ED-94506C6CDDE2}" type="presOf" srcId="{CDD30A28-B227-4531-AAB0-1251E9456A06}" destId="{6FAB6713-C714-43A4-AF14-0CD40EE0B61C}" srcOrd="0" destOrd="0" presId="urn:microsoft.com/office/officeart/2005/8/layout/default"/>
    <dgm:cxn modelId="{36139DFB-9622-479B-A8F0-2CC5A4FF8C07}" type="presParOf" srcId="{7147FCE0-248A-40F0-97DE-B656DC127772}" destId="{8ED2B01C-0ED2-4110-8635-C13A6530A7A2}" srcOrd="0" destOrd="0" presId="urn:microsoft.com/office/officeart/2005/8/layout/default"/>
    <dgm:cxn modelId="{945B06BB-DF80-49C3-9DC6-AA5316C219E2}" type="presParOf" srcId="{7147FCE0-248A-40F0-97DE-B656DC127772}" destId="{AFB3D06A-C48B-4CE0-9D7B-F754C2D30F0D}" srcOrd="1" destOrd="0" presId="urn:microsoft.com/office/officeart/2005/8/layout/default"/>
    <dgm:cxn modelId="{64ABDEB5-30EA-4358-8A59-19012EDC393B}" type="presParOf" srcId="{7147FCE0-248A-40F0-97DE-B656DC127772}" destId="{19C0D95E-CEF5-4E56-AC39-D87F71EDBF9A}" srcOrd="2" destOrd="0" presId="urn:microsoft.com/office/officeart/2005/8/layout/default"/>
    <dgm:cxn modelId="{E085B71E-9948-4A97-8127-8341DB9EB4A7}" type="presParOf" srcId="{7147FCE0-248A-40F0-97DE-B656DC127772}" destId="{6D9AB1F3-F671-413A-BEA9-ECF5D2CA3D51}" srcOrd="3" destOrd="0" presId="urn:microsoft.com/office/officeart/2005/8/layout/default"/>
    <dgm:cxn modelId="{1ADDEB5D-EE7D-4E2D-99A4-FA4222528B95}" type="presParOf" srcId="{7147FCE0-248A-40F0-97DE-B656DC127772}" destId="{A7442215-0F62-49AE-9D98-045D099B51E9}" srcOrd="4" destOrd="0" presId="urn:microsoft.com/office/officeart/2005/8/layout/default"/>
    <dgm:cxn modelId="{6DCCB59E-D17F-4142-8982-08997789A787}" type="presParOf" srcId="{7147FCE0-248A-40F0-97DE-B656DC127772}" destId="{B692F4BC-4196-4BCA-93F4-80AF402D0A59}" srcOrd="5" destOrd="0" presId="urn:microsoft.com/office/officeart/2005/8/layout/default"/>
    <dgm:cxn modelId="{7F275173-6CBA-4F78-92ED-C59EB1C6FC56}" type="presParOf" srcId="{7147FCE0-248A-40F0-97DE-B656DC127772}" destId="{6FAB6713-C714-43A4-AF14-0CD40EE0B61C}" srcOrd="6" destOrd="0" presId="urn:microsoft.com/office/officeart/2005/8/layout/default"/>
    <dgm:cxn modelId="{D1F727C6-0746-43D8-A6EB-FAA4658E5884}" type="presParOf" srcId="{7147FCE0-248A-40F0-97DE-B656DC127772}" destId="{F48A9FE2-769F-4389-A263-EE8F75D4C7D3}" srcOrd="7" destOrd="0" presId="urn:microsoft.com/office/officeart/2005/8/layout/default"/>
    <dgm:cxn modelId="{189C1A7C-5B00-4D94-AA5E-E6BB48912EA5}" type="presParOf" srcId="{7147FCE0-248A-40F0-97DE-B656DC127772}" destId="{154A7789-B338-48B1-A606-96B3E98FF34B}" srcOrd="8" destOrd="0" presId="urn:microsoft.com/office/officeart/2005/8/layout/default"/>
    <dgm:cxn modelId="{8088D088-2ED3-4672-8F50-F64F8790E2ED}" type="presParOf" srcId="{7147FCE0-248A-40F0-97DE-B656DC127772}" destId="{CDF0EFA6-2976-4ADC-B29F-BA65BEB649B7}" srcOrd="9" destOrd="0" presId="urn:microsoft.com/office/officeart/2005/8/layout/default"/>
    <dgm:cxn modelId="{3362818F-58CF-4985-887C-E89B4CC53116}" type="presParOf" srcId="{7147FCE0-248A-40F0-97DE-B656DC127772}" destId="{F735151A-95DC-47B9-AEB6-7FF87AD8645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9765B6-B45A-4EDC-9692-77A78CE782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1FB1D3-13BE-4238-A537-5F84D6C810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E-commerce businesses generate large amounts of data, but extracting meaningful insights from it is a major challenge</a:t>
          </a:r>
        </a:p>
      </dgm:t>
    </dgm:pt>
    <dgm:pt modelId="{6BB3615B-32F9-4D1A-9B12-C745D1521FF9}" type="parTrans" cxnId="{FBB50B11-C7BD-4468-9FF2-56EEA76E43C5}">
      <dgm:prSet/>
      <dgm:spPr/>
      <dgm:t>
        <a:bodyPr/>
        <a:lstStyle/>
        <a:p>
          <a:endParaRPr lang="en-US"/>
        </a:p>
      </dgm:t>
    </dgm:pt>
    <dgm:pt modelId="{9D5497B9-3FA4-42A7-9BB3-D0052C4EC9BC}" type="sibTrans" cxnId="{FBB50B11-C7BD-4468-9FF2-56EEA76E43C5}">
      <dgm:prSet/>
      <dgm:spPr/>
      <dgm:t>
        <a:bodyPr/>
        <a:lstStyle/>
        <a:p>
          <a:endParaRPr lang="en-US"/>
        </a:p>
      </dgm:t>
    </dgm:pt>
    <dgm:pt modelId="{9632E745-650C-4148-97BB-2ADEC4F736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 is a need to understand how factors like pricing, discounts, customer segments, and delivery impact sales and returns</a:t>
          </a:r>
        </a:p>
      </dgm:t>
    </dgm:pt>
    <dgm:pt modelId="{1A90C6BE-2982-46B2-AB23-12C1E88C1D72}" type="parTrans" cxnId="{2182FD97-8FE5-495E-B088-357C44B53A8A}">
      <dgm:prSet/>
      <dgm:spPr/>
      <dgm:t>
        <a:bodyPr/>
        <a:lstStyle/>
        <a:p>
          <a:endParaRPr lang="en-US"/>
        </a:p>
      </dgm:t>
    </dgm:pt>
    <dgm:pt modelId="{80A98106-F27C-425A-85E6-C42164544875}" type="sibTrans" cxnId="{2182FD97-8FE5-495E-B088-357C44B53A8A}">
      <dgm:prSet/>
      <dgm:spPr/>
      <dgm:t>
        <a:bodyPr/>
        <a:lstStyle/>
        <a:p>
          <a:endParaRPr lang="en-US"/>
        </a:p>
      </dgm:t>
    </dgm:pt>
    <dgm:pt modelId="{DAA6DD94-7D47-4F09-A5F5-76C2127F65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clear analysis makes it difficult to identify key drivers of revenue and customer behavior</a:t>
          </a:r>
        </a:p>
      </dgm:t>
    </dgm:pt>
    <dgm:pt modelId="{BA2F6AC1-56D7-48B6-BBEB-3DFEDB1AFA4A}" type="parTrans" cxnId="{E3D1724A-0942-4CC9-BEBB-8773F23B35F5}">
      <dgm:prSet/>
      <dgm:spPr/>
      <dgm:t>
        <a:bodyPr/>
        <a:lstStyle/>
        <a:p>
          <a:endParaRPr lang="en-US"/>
        </a:p>
      </dgm:t>
    </dgm:pt>
    <dgm:pt modelId="{F3B302BF-74DA-49D1-9C0C-DEB344688848}" type="sibTrans" cxnId="{E3D1724A-0942-4CC9-BEBB-8773F23B35F5}">
      <dgm:prSet/>
      <dgm:spPr/>
      <dgm:t>
        <a:bodyPr/>
        <a:lstStyle/>
        <a:p>
          <a:endParaRPr lang="en-US"/>
        </a:p>
      </dgm:t>
    </dgm:pt>
    <dgm:pt modelId="{BADB3469-6F6B-44F8-86CB-C6573F3FBC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Businesses often struggle to balance discount strategies, optimize delivery performance, and reduce return rates</a:t>
          </a:r>
        </a:p>
      </dgm:t>
    </dgm:pt>
    <dgm:pt modelId="{2B16EDCB-1300-4B8E-B635-3991D138C7CB}" type="parTrans" cxnId="{F1723FD5-755C-484D-AE73-D55D20788AC3}">
      <dgm:prSet/>
      <dgm:spPr/>
      <dgm:t>
        <a:bodyPr/>
        <a:lstStyle/>
        <a:p>
          <a:endParaRPr lang="en-US"/>
        </a:p>
      </dgm:t>
    </dgm:pt>
    <dgm:pt modelId="{DEACA273-7729-45B8-AC53-22E8D2CFFFA0}" type="sibTrans" cxnId="{F1723FD5-755C-484D-AE73-D55D20788AC3}">
      <dgm:prSet/>
      <dgm:spPr/>
      <dgm:t>
        <a:bodyPr/>
        <a:lstStyle/>
        <a:p>
          <a:endParaRPr lang="en-US"/>
        </a:p>
      </dgm:t>
    </dgm:pt>
    <dgm:pt modelId="{7F61A953-872A-4339-91FC-C8BDDF7C82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aims to analyze the dataset to uncover patterns, relationships, and trends that can support better decision-making</a:t>
          </a:r>
        </a:p>
      </dgm:t>
    </dgm:pt>
    <dgm:pt modelId="{463226CA-E438-4BD3-95A1-102BEC3FADA2}" type="parTrans" cxnId="{58F8500A-117B-4AF5-9F2B-FA6C36A652FE}">
      <dgm:prSet/>
      <dgm:spPr/>
      <dgm:t>
        <a:bodyPr/>
        <a:lstStyle/>
        <a:p>
          <a:endParaRPr lang="en-US"/>
        </a:p>
      </dgm:t>
    </dgm:pt>
    <dgm:pt modelId="{A22D5E40-B1D0-470F-8BC2-03007CDD46A3}" type="sibTrans" cxnId="{58F8500A-117B-4AF5-9F2B-FA6C36A652FE}">
      <dgm:prSet/>
      <dgm:spPr/>
      <dgm:t>
        <a:bodyPr/>
        <a:lstStyle/>
        <a:p>
          <a:endParaRPr lang="en-US"/>
        </a:p>
      </dgm:t>
    </dgm:pt>
    <dgm:pt modelId="{1864D85A-FE78-4F56-82C6-E15E1307AA57}" type="pres">
      <dgm:prSet presAssocID="{E69765B6-B45A-4EDC-9692-77A78CE7823F}" presName="root" presStyleCnt="0">
        <dgm:presLayoutVars>
          <dgm:dir/>
          <dgm:resizeHandles val="exact"/>
        </dgm:presLayoutVars>
      </dgm:prSet>
      <dgm:spPr/>
    </dgm:pt>
    <dgm:pt modelId="{EFB7554C-E70C-4250-A330-ACB2F96ADA9C}" type="pres">
      <dgm:prSet presAssocID="{DE1FB1D3-13BE-4238-A537-5F84D6C810BA}" presName="compNode" presStyleCnt="0"/>
      <dgm:spPr/>
    </dgm:pt>
    <dgm:pt modelId="{43B7CBE1-6DB8-4201-915E-D193F71601DA}" type="pres">
      <dgm:prSet presAssocID="{DE1FB1D3-13BE-4238-A537-5F84D6C810BA}" presName="bgRect" presStyleLbl="bgShp" presStyleIdx="0" presStyleCnt="5"/>
      <dgm:spPr/>
    </dgm:pt>
    <dgm:pt modelId="{563C4FE9-18F0-4318-808E-D35A3F08AEAF}" type="pres">
      <dgm:prSet presAssocID="{DE1FB1D3-13BE-4238-A537-5F84D6C810B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B8E9290-26C1-415A-A9BF-19B86A14C239}" type="pres">
      <dgm:prSet presAssocID="{DE1FB1D3-13BE-4238-A537-5F84D6C810BA}" presName="spaceRect" presStyleCnt="0"/>
      <dgm:spPr/>
    </dgm:pt>
    <dgm:pt modelId="{18CD87EE-4A4F-44FD-ABC3-97F58F31E78D}" type="pres">
      <dgm:prSet presAssocID="{DE1FB1D3-13BE-4238-A537-5F84D6C810BA}" presName="parTx" presStyleLbl="revTx" presStyleIdx="0" presStyleCnt="5">
        <dgm:presLayoutVars>
          <dgm:chMax val="0"/>
          <dgm:chPref val="0"/>
        </dgm:presLayoutVars>
      </dgm:prSet>
      <dgm:spPr/>
    </dgm:pt>
    <dgm:pt modelId="{E0FC77A2-C0F4-493B-B808-2BDF1664BBAE}" type="pres">
      <dgm:prSet presAssocID="{9D5497B9-3FA4-42A7-9BB3-D0052C4EC9BC}" presName="sibTrans" presStyleCnt="0"/>
      <dgm:spPr/>
    </dgm:pt>
    <dgm:pt modelId="{7F5704E4-40C6-451C-AF5F-D9B435F9924D}" type="pres">
      <dgm:prSet presAssocID="{9632E745-650C-4148-97BB-2ADEC4F73663}" presName="compNode" presStyleCnt="0"/>
      <dgm:spPr/>
    </dgm:pt>
    <dgm:pt modelId="{398407F4-5B72-4E62-94B1-DD1528EB9EA1}" type="pres">
      <dgm:prSet presAssocID="{9632E745-650C-4148-97BB-2ADEC4F73663}" presName="bgRect" presStyleLbl="bgShp" presStyleIdx="1" presStyleCnt="5"/>
      <dgm:spPr/>
    </dgm:pt>
    <dgm:pt modelId="{A3620B99-59F1-4531-AA14-2346EEA1D83E}" type="pres">
      <dgm:prSet presAssocID="{9632E745-650C-4148-97BB-2ADEC4F7366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4DFF9B7A-4D87-4E82-BAC6-5B38D025A9DC}" type="pres">
      <dgm:prSet presAssocID="{9632E745-650C-4148-97BB-2ADEC4F73663}" presName="spaceRect" presStyleCnt="0"/>
      <dgm:spPr/>
    </dgm:pt>
    <dgm:pt modelId="{C5D5583A-CB0C-4739-B004-4A7A10CFBB8D}" type="pres">
      <dgm:prSet presAssocID="{9632E745-650C-4148-97BB-2ADEC4F73663}" presName="parTx" presStyleLbl="revTx" presStyleIdx="1" presStyleCnt="5">
        <dgm:presLayoutVars>
          <dgm:chMax val="0"/>
          <dgm:chPref val="0"/>
        </dgm:presLayoutVars>
      </dgm:prSet>
      <dgm:spPr/>
    </dgm:pt>
    <dgm:pt modelId="{D60FC325-5EFF-4EF4-BE89-D2B9CD1E9C38}" type="pres">
      <dgm:prSet presAssocID="{80A98106-F27C-425A-85E6-C42164544875}" presName="sibTrans" presStyleCnt="0"/>
      <dgm:spPr/>
    </dgm:pt>
    <dgm:pt modelId="{B1E810D7-DCAA-4B1A-8F54-A4460EECAF0D}" type="pres">
      <dgm:prSet presAssocID="{DAA6DD94-7D47-4F09-A5F5-76C2127F6547}" presName="compNode" presStyleCnt="0"/>
      <dgm:spPr/>
    </dgm:pt>
    <dgm:pt modelId="{026B04B4-5F25-47B8-9E1F-0CDDE4AAB67E}" type="pres">
      <dgm:prSet presAssocID="{DAA6DD94-7D47-4F09-A5F5-76C2127F6547}" presName="bgRect" presStyleLbl="bgShp" presStyleIdx="2" presStyleCnt="5"/>
      <dgm:spPr/>
    </dgm:pt>
    <dgm:pt modelId="{0D011CE3-12AE-4B7C-AC79-762A59A4A910}" type="pres">
      <dgm:prSet presAssocID="{DAA6DD94-7D47-4F09-A5F5-76C2127F654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74A1624-AAB0-497C-9D67-2D841B64DC2B}" type="pres">
      <dgm:prSet presAssocID="{DAA6DD94-7D47-4F09-A5F5-76C2127F6547}" presName="spaceRect" presStyleCnt="0"/>
      <dgm:spPr/>
    </dgm:pt>
    <dgm:pt modelId="{DE01E81A-A4BF-4DC3-9F14-B655A5ED39FC}" type="pres">
      <dgm:prSet presAssocID="{DAA6DD94-7D47-4F09-A5F5-76C2127F6547}" presName="parTx" presStyleLbl="revTx" presStyleIdx="2" presStyleCnt="5">
        <dgm:presLayoutVars>
          <dgm:chMax val="0"/>
          <dgm:chPref val="0"/>
        </dgm:presLayoutVars>
      </dgm:prSet>
      <dgm:spPr/>
    </dgm:pt>
    <dgm:pt modelId="{0A65D575-F71D-42A0-8ED6-14ED0A5C58A3}" type="pres">
      <dgm:prSet presAssocID="{F3B302BF-74DA-49D1-9C0C-DEB344688848}" presName="sibTrans" presStyleCnt="0"/>
      <dgm:spPr/>
    </dgm:pt>
    <dgm:pt modelId="{7C47F2E0-7B5A-41A4-8AD4-49996B76C49F}" type="pres">
      <dgm:prSet presAssocID="{BADB3469-6F6B-44F8-86CB-C6573F3FBC35}" presName="compNode" presStyleCnt="0"/>
      <dgm:spPr/>
    </dgm:pt>
    <dgm:pt modelId="{4743EA4F-3FD0-41A2-885F-E07BAF390020}" type="pres">
      <dgm:prSet presAssocID="{BADB3469-6F6B-44F8-86CB-C6573F3FBC35}" presName="bgRect" presStyleLbl="bgShp" presStyleIdx="3" presStyleCnt="5"/>
      <dgm:spPr/>
    </dgm:pt>
    <dgm:pt modelId="{E6109296-8850-41A6-91A6-DC43F025B28B}" type="pres">
      <dgm:prSet presAssocID="{BADB3469-6F6B-44F8-86CB-C6573F3FBC3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00E9371-0D20-4673-AF1B-1862D2E63436}" type="pres">
      <dgm:prSet presAssocID="{BADB3469-6F6B-44F8-86CB-C6573F3FBC35}" presName="spaceRect" presStyleCnt="0"/>
      <dgm:spPr/>
    </dgm:pt>
    <dgm:pt modelId="{22F1C49C-418D-4BB9-B938-22B0F771DB23}" type="pres">
      <dgm:prSet presAssocID="{BADB3469-6F6B-44F8-86CB-C6573F3FBC35}" presName="parTx" presStyleLbl="revTx" presStyleIdx="3" presStyleCnt="5">
        <dgm:presLayoutVars>
          <dgm:chMax val="0"/>
          <dgm:chPref val="0"/>
        </dgm:presLayoutVars>
      </dgm:prSet>
      <dgm:spPr/>
    </dgm:pt>
    <dgm:pt modelId="{BF03D274-4C92-4B2A-A0F3-28CBF70C1E4E}" type="pres">
      <dgm:prSet presAssocID="{DEACA273-7729-45B8-AC53-22E8D2CFFFA0}" presName="sibTrans" presStyleCnt="0"/>
      <dgm:spPr/>
    </dgm:pt>
    <dgm:pt modelId="{458CB157-FAFB-41EB-8E85-C799DD4B4DE2}" type="pres">
      <dgm:prSet presAssocID="{7F61A953-872A-4339-91FC-C8BDDF7C8296}" presName="compNode" presStyleCnt="0"/>
      <dgm:spPr/>
    </dgm:pt>
    <dgm:pt modelId="{8B6226B7-0D56-4064-A182-436EB57B849D}" type="pres">
      <dgm:prSet presAssocID="{7F61A953-872A-4339-91FC-C8BDDF7C8296}" presName="bgRect" presStyleLbl="bgShp" presStyleIdx="4" presStyleCnt="5"/>
      <dgm:spPr/>
    </dgm:pt>
    <dgm:pt modelId="{60898C39-4F63-4512-93C2-D6188D592C72}" type="pres">
      <dgm:prSet presAssocID="{7F61A953-872A-4339-91FC-C8BDDF7C829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FB9386D-6F3C-4366-ADDF-E47ACE1FDF41}" type="pres">
      <dgm:prSet presAssocID="{7F61A953-872A-4339-91FC-C8BDDF7C8296}" presName="spaceRect" presStyleCnt="0"/>
      <dgm:spPr/>
    </dgm:pt>
    <dgm:pt modelId="{80175E47-19BC-4283-AC29-5C5399E08314}" type="pres">
      <dgm:prSet presAssocID="{7F61A953-872A-4339-91FC-C8BDDF7C829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8F8500A-117B-4AF5-9F2B-FA6C36A652FE}" srcId="{E69765B6-B45A-4EDC-9692-77A78CE7823F}" destId="{7F61A953-872A-4339-91FC-C8BDDF7C8296}" srcOrd="4" destOrd="0" parTransId="{463226CA-E438-4BD3-95A1-102BEC3FADA2}" sibTransId="{A22D5E40-B1D0-470F-8BC2-03007CDD46A3}"/>
    <dgm:cxn modelId="{FBB50B11-C7BD-4468-9FF2-56EEA76E43C5}" srcId="{E69765B6-B45A-4EDC-9692-77A78CE7823F}" destId="{DE1FB1D3-13BE-4238-A537-5F84D6C810BA}" srcOrd="0" destOrd="0" parTransId="{6BB3615B-32F9-4D1A-9B12-C745D1521FF9}" sibTransId="{9D5497B9-3FA4-42A7-9BB3-D0052C4EC9BC}"/>
    <dgm:cxn modelId="{A6060634-25C5-4B55-B609-B41048996A05}" type="presOf" srcId="{E69765B6-B45A-4EDC-9692-77A78CE7823F}" destId="{1864D85A-FE78-4F56-82C6-E15E1307AA57}" srcOrd="0" destOrd="0" presId="urn:microsoft.com/office/officeart/2018/2/layout/IconVerticalSolidList"/>
    <dgm:cxn modelId="{A63A8F37-5578-4D4F-A058-C81D1FAADDB1}" type="presOf" srcId="{BADB3469-6F6B-44F8-86CB-C6573F3FBC35}" destId="{22F1C49C-418D-4BB9-B938-22B0F771DB23}" srcOrd="0" destOrd="0" presId="urn:microsoft.com/office/officeart/2018/2/layout/IconVerticalSolidList"/>
    <dgm:cxn modelId="{B36D5368-D192-4348-BA36-D5D2A6D7DB72}" type="presOf" srcId="{7F61A953-872A-4339-91FC-C8BDDF7C8296}" destId="{80175E47-19BC-4283-AC29-5C5399E08314}" srcOrd="0" destOrd="0" presId="urn:microsoft.com/office/officeart/2018/2/layout/IconVerticalSolidList"/>
    <dgm:cxn modelId="{E3D1724A-0942-4CC9-BEBB-8773F23B35F5}" srcId="{E69765B6-B45A-4EDC-9692-77A78CE7823F}" destId="{DAA6DD94-7D47-4F09-A5F5-76C2127F6547}" srcOrd="2" destOrd="0" parTransId="{BA2F6AC1-56D7-48B6-BBEB-3DFEDB1AFA4A}" sibTransId="{F3B302BF-74DA-49D1-9C0C-DEB344688848}"/>
    <dgm:cxn modelId="{2182FD97-8FE5-495E-B088-357C44B53A8A}" srcId="{E69765B6-B45A-4EDC-9692-77A78CE7823F}" destId="{9632E745-650C-4148-97BB-2ADEC4F73663}" srcOrd="1" destOrd="0" parTransId="{1A90C6BE-2982-46B2-AB23-12C1E88C1D72}" sibTransId="{80A98106-F27C-425A-85E6-C42164544875}"/>
    <dgm:cxn modelId="{E2255AA9-ECCE-4C30-ADC1-08334D0EFD0B}" type="presOf" srcId="{DAA6DD94-7D47-4F09-A5F5-76C2127F6547}" destId="{DE01E81A-A4BF-4DC3-9F14-B655A5ED39FC}" srcOrd="0" destOrd="0" presId="urn:microsoft.com/office/officeart/2018/2/layout/IconVerticalSolidList"/>
    <dgm:cxn modelId="{ADB5D5BC-C93F-4434-895B-D81A313F42C0}" type="presOf" srcId="{9632E745-650C-4148-97BB-2ADEC4F73663}" destId="{C5D5583A-CB0C-4739-B004-4A7A10CFBB8D}" srcOrd="0" destOrd="0" presId="urn:microsoft.com/office/officeart/2018/2/layout/IconVerticalSolidList"/>
    <dgm:cxn modelId="{F1723FD5-755C-484D-AE73-D55D20788AC3}" srcId="{E69765B6-B45A-4EDC-9692-77A78CE7823F}" destId="{BADB3469-6F6B-44F8-86CB-C6573F3FBC35}" srcOrd="3" destOrd="0" parTransId="{2B16EDCB-1300-4B8E-B635-3991D138C7CB}" sibTransId="{DEACA273-7729-45B8-AC53-22E8D2CFFFA0}"/>
    <dgm:cxn modelId="{8E3819F2-36E0-473B-B3D1-D4A97F7A7C2E}" type="presOf" srcId="{DE1FB1D3-13BE-4238-A537-5F84D6C810BA}" destId="{18CD87EE-4A4F-44FD-ABC3-97F58F31E78D}" srcOrd="0" destOrd="0" presId="urn:microsoft.com/office/officeart/2018/2/layout/IconVerticalSolidList"/>
    <dgm:cxn modelId="{A9E99A14-E671-40CC-BE31-718CC8251EFD}" type="presParOf" srcId="{1864D85A-FE78-4F56-82C6-E15E1307AA57}" destId="{EFB7554C-E70C-4250-A330-ACB2F96ADA9C}" srcOrd="0" destOrd="0" presId="urn:microsoft.com/office/officeart/2018/2/layout/IconVerticalSolidList"/>
    <dgm:cxn modelId="{0D7900C4-0DAF-4943-805A-67D1803E4AF6}" type="presParOf" srcId="{EFB7554C-E70C-4250-A330-ACB2F96ADA9C}" destId="{43B7CBE1-6DB8-4201-915E-D193F71601DA}" srcOrd="0" destOrd="0" presId="urn:microsoft.com/office/officeart/2018/2/layout/IconVerticalSolidList"/>
    <dgm:cxn modelId="{F5F798DA-5504-4A9F-9FCC-5BB9226F9DC1}" type="presParOf" srcId="{EFB7554C-E70C-4250-A330-ACB2F96ADA9C}" destId="{563C4FE9-18F0-4318-808E-D35A3F08AEAF}" srcOrd="1" destOrd="0" presId="urn:microsoft.com/office/officeart/2018/2/layout/IconVerticalSolidList"/>
    <dgm:cxn modelId="{75316B04-0A14-4616-A46D-C657BDA0E9E9}" type="presParOf" srcId="{EFB7554C-E70C-4250-A330-ACB2F96ADA9C}" destId="{4B8E9290-26C1-415A-A9BF-19B86A14C239}" srcOrd="2" destOrd="0" presId="urn:microsoft.com/office/officeart/2018/2/layout/IconVerticalSolidList"/>
    <dgm:cxn modelId="{39FBC461-E1FF-4DB5-9FE3-74A963953B6C}" type="presParOf" srcId="{EFB7554C-E70C-4250-A330-ACB2F96ADA9C}" destId="{18CD87EE-4A4F-44FD-ABC3-97F58F31E78D}" srcOrd="3" destOrd="0" presId="urn:microsoft.com/office/officeart/2018/2/layout/IconVerticalSolidList"/>
    <dgm:cxn modelId="{6D3C858E-A5ED-468E-A814-41D6C7DCC143}" type="presParOf" srcId="{1864D85A-FE78-4F56-82C6-E15E1307AA57}" destId="{E0FC77A2-C0F4-493B-B808-2BDF1664BBAE}" srcOrd="1" destOrd="0" presId="urn:microsoft.com/office/officeart/2018/2/layout/IconVerticalSolidList"/>
    <dgm:cxn modelId="{A333AD16-0D19-4E37-A619-F802C3565185}" type="presParOf" srcId="{1864D85A-FE78-4F56-82C6-E15E1307AA57}" destId="{7F5704E4-40C6-451C-AF5F-D9B435F9924D}" srcOrd="2" destOrd="0" presId="urn:microsoft.com/office/officeart/2018/2/layout/IconVerticalSolidList"/>
    <dgm:cxn modelId="{B69F9506-D2BF-42C7-A2F3-C49035525B0B}" type="presParOf" srcId="{7F5704E4-40C6-451C-AF5F-D9B435F9924D}" destId="{398407F4-5B72-4E62-94B1-DD1528EB9EA1}" srcOrd="0" destOrd="0" presId="urn:microsoft.com/office/officeart/2018/2/layout/IconVerticalSolidList"/>
    <dgm:cxn modelId="{9A5B6363-8DE8-4AD4-A7FE-F1984BE57821}" type="presParOf" srcId="{7F5704E4-40C6-451C-AF5F-D9B435F9924D}" destId="{A3620B99-59F1-4531-AA14-2346EEA1D83E}" srcOrd="1" destOrd="0" presId="urn:microsoft.com/office/officeart/2018/2/layout/IconVerticalSolidList"/>
    <dgm:cxn modelId="{3A8D8592-D4FD-4683-989E-0B0669B8D521}" type="presParOf" srcId="{7F5704E4-40C6-451C-AF5F-D9B435F9924D}" destId="{4DFF9B7A-4D87-4E82-BAC6-5B38D025A9DC}" srcOrd="2" destOrd="0" presId="urn:microsoft.com/office/officeart/2018/2/layout/IconVerticalSolidList"/>
    <dgm:cxn modelId="{2467DF68-98D4-4B71-8130-9B1C955B7C7C}" type="presParOf" srcId="{7F5704E4-40C6-451C-AF5F-D9B435F9924D}" destId="{C5D5583A-CB0C-4739-B004-4A7A10CFBB8D}" srcOrd="3" destOrd="0" presId="urn:microsoft.com/office/officeart/2018/2/layout/IconVerticalSolidList"/>
    <dgm:cxn modelId="{669F74C3-A00E-4774-B9F4-64EACD79EC0D}" type="presParOf" srcId="{1864D85A-FE78-4F56-82C6-E15E1307AA57}" destId="{D60FC325-5EFF-4EF4-BE89-D2B9CD1E9C38}" srcOrd="3" destOrd="0" presId="urn:microsoft.com/office/officeart/2018/2/layout/IconVerticalSolidList"/>
    <dgm:cxn modelId="{64E0CAE5-E8E4-476D-A0F3-72A4E668E8B8}" type="presParOf" srcId="{1864D85A-FE78-4F56-82C6-E15E1307AA57}" destId="{B1E810D7-DCAA-4B1A-8F54-A4460EECAF0D}" srcOrd="4" destOrd="0" presId="urn:microsoft.com/office/officeart/2018/2/layout/IconVerticalSolidList"/>
    <dgm:cxn modelId="{77676F76-7DB0-4DA7-A88B-A28CE9DA469E}" type="presParOf" srcId="{B1E810D7-DCAA-4B1A-8F54-A4460EECAF0D}" destId="{026B04B4-5F25-47B8-9E1F-0CDDE4AAB67E}" srcOrd="0" destOrd="0" presId="urn:microsoft.com/office/officeart/2018/2/layout/IconVerticalSolidList"/>
    <dgm:cxn modelId="{0A9C5470-8052-4104-B3A8-211866040B83}" type="presParOf" srcId="{B1E810D7-DCAA-4B1A-8F54-A4460EECAF0D}" destId="{0D011CE3-12AE-4B7C-AC79-762A59A4A910}" srcOrd="1" destOrd="0" presId="urn:microsoft.com/office/officeart/2018/2/layout/IconVerticalSolidList"/>
    <dgm:cxn modelId="{91BFAABD-FF52-4331-9260-C98E275C7FCC}" type="presParOf" srcId="{B1E810D7-DCAA-4B1A-8F54-A4460EECAF0D}" destId="{D74A1624-AAB0-497C-9D67-2D841B64DC2B}" srcOrd="2" destOrd="0" presId="urn:microsoft.com/office/officeart/2018/2/layout/IconVerticalSolidList"/>
    <dgm:cxn modelId="{2BD21BDD-E40C-4124-B001-955A025D6729}" type="presParOf" srcId="{B1E810D7-DCAA-4B1A-8F54-A4460EECAF0D}" destId="{DE01E81A-A4BF-4DC3-9F14-B655A5ED39FC}" srcOrd="3" destOrd="0" presId="urn:microsoft.com/office/officeart/2018/2/layout/IconVerticalSolidList"/>
    <dgm:cxn modelId="{3DAEF076-9E62-4371-B53B-F62AD5C88BC8}" type="presParOf" srcId="{1864D85A-FE78-4F56-82C6-E15E1307AA57}" destId="{0A65D575-F71D-42A0-8ED6-14ED0A5C58A3}" srcOrd="5" destOrd="0" presId="urn:microsoft.com/office/officeart/2018/2/layout/IconVerticalSolidList"/>
    <dgm:cxn modelId="{BEAC0200-27D2-46A6-BB1E-6F4E0A422CFF}" type="presParOf" srcId="{1864D85A-FE78-4F56-82C6-E15E1307AA57}" destId="{7C47F2E0-7B5A-41A4-8AD4-49996B76C49F}" srcOrd="6" destOrd="0" presId="urn:microsoft.com/office/officeart/2018/2/layout/IconVerticalSolidList"/>
    <dgm:cxn modelId="{6A6858A6-28EA-473F-A1CA-693EED14A8A1}" type="presParOf" srcId="{7C47F2E0-7B5A-41A4-8AD4-49996B76C49F}" destId="{4743EA4F-3FD0-41A2-885F-E07BAF390020}" srcOrd="0" destOrd="0" presId="urn:microsoft.com/office/officeart/2018/2/layout/IconVerticalSolidList"/>
    <dgm:cxn modelId="{4C242C28-5280-49EE-9CA3-90DEEDEA93D6}" type="presParOf" srcId="{7C47F2E0-7B5A-41A4-8AD4-49996B76C49F}" destId="{E6109296-8850-41A6-91A6-DC43F025B28B}" srcOrd="1" destOrd="0" presId="urn:microsoft.com/office/officeart/2018/2/layout/IconVerticalSolidList"/>
    <dgm:cxn modelId="{9738D93C-3D86-469F-A555-1A3B4635B728}" type="presParOf" srcId="{7C47F2E0-7B5A-41A4-8AD4-49996B76C49F}" destId="{500E9371-0D20-4673-AF1B-1862D2E63436}" srcOrd="2" destOrd="0" presId="urn:microsoft.com/office/officeart/2018/2/layout/IconVerticalSolidList"/>
    <dgm:cxn modelId="{8144B778-6B19-49EF-AE93-090789A8D096}" type="presParOf" srcId="{7C47F2E0-7B5A-41A4-8AD4-49996B76C49F}" destId="{22F1C49C-418D-4BB9-B938-22B0F771DB23}" srcOrd="3" destOrd="0" presId="urn:microsoft.com/office/officeart/2018/2/layout/IconVerticalSolidList"/>
    <dgm:cxn modelId="{D7444997-BED5-4426-A795-88FA017DB00C}" type="presParOf" srcId="{1864D85A-FE78-4F56-82C6-E15E1307AA57}" destId="{BF03D274-4C92-4B2A-A0F3-28CBF70C1E4E}" srcOrd="7" destOrd="0" presId="urn:microsoft.com/office/officeart/2018/2/layout/IconVerticalSolidList"/>
    <dgm:cxn modelId="{99B01F9B-6327-49EF-AA04-252053AF6E1B}" type="presParOf" srcId="{1864D85A-FE78-4F56-82C6-E15E1307AA57}" destId="{458CB157-FAFB-41EB-8E85-C799DD4B4DE2}" srcOrd="8" destOrd="0" presId="urn:microsoft.com/office/officeart/2018/2/layout/IconVerticalSolidList"/>
    <dgm:cxn modelId="{B2464006-FA59-4477-82E7-29E7414F9479}" type="presParOf" srcId="{458CB157-FAFB-41EB-8E85-C799DD4B4DE2}" destId="{8B6226B7-0D56-4064-A182-436EB57B849D}" srcOrd="0" destOrd="0" presId="urn:microsoft.com/office/officeart/2018/2/layout/IconVerticalSolidList"/>
    <dgm:cxn modelId="{870D64D1-4057-4FBD-B973-32F6C5BDC284}" type="presParOf" srcId="{458CB157-FAFB-41EB-8E85-C799DD4B4DE2}" destId="{60898C39-4F63-4512-93C2-D6188D592C72}" srcOrd="1" destOrd="0" presId="urn:microsoft.com/office/officeart/2018/2/layout/IconVerticalSolidList"/>
    <dgm:cxn modelId="{8BC730F8-5E86-4387-A14E-B126B9232C1E}" type="presParOf" srcId="{458CB157-FAFB-41EB-8E85-C799DD4B4DE2}" destId="{5FB9386D-6F3C-4366-ADDF-E47ACE1FDF41}" srcOrd="2" destOrd="0" presId="urn:microsoft.com/office/officeart/2018/2/layout/IconVerticalSolidList"/>
    <dgm:cxn modelId="{820FF678-F7F6-4B3C-9E6C-7F111B19B3CC}" type="presParOf" srcId="{458CB157-FAFB-41EB-8E85-C799DD4B4DE2}" destId="{80175E47-19BC-4283-AC29-5C5399E083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70C05B-6EC5-4529-AF76-C120A2B9D5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303708-3E1A-47AB-B87A-876AA34A74C3}">
      <dgm:prSet/>
      <dgm:spPr/>
      <dgm:t>
        <a:bodyPr/>
        <a:lstStyle/>
        <a:p>
          <a:r>
            <a:rPr lang="en-US"/>
            <a:t>To analyze the e-commerce dataset and understand overall sales and customer behavior</a:t>
          </a:r>
        </a:p>
      </dgm:t>
    </dgm:pt>
    <dgm:pt modelId="{4704B74D-8F72-4D38-AC57-3211AA60AC67}" type="parTrans" cxnId="{80891D07-32DC-4758-ACB9-ABCCD87276B0}">
      <dgm:prSet/>
      <dgm:spPr/>
      <dgm:t>
        <a:bodyPr/>
        <a:lstStyle/>
        <a:p>
          <a:endParaRPr lang="en-US"/>
        </a:p>
      </dgm:t>
    </dgm:pt>
    <dgm:pt modelId="{31A08ADA-4B0B-4008-939B-6CA38A792A50}" type="sibTrans" cxnId="{80891D07-32DC-4758-ACB9-ABCCD87276B0}">
      <dgm:prSet/>
      <dgm:spPr/>
      <dgm:t>
        <a:bodyPr/>
        <a:lstStyle/>
        <a:p>
          <a:endParaRPr lang="en-US"/>
        </a:p>
      </dgm:t>
    </dgm:pt>
    <dgm:pt modelId="{50A8F797-B115-4F3D-B258-3130531D81CF}">
      <dgm:prSet/>
      <dgm:spPr/>
      <dgm:t>
        <a:bodyPr/>
        <a:lstStyle/>
        <a:p>
          <a:r>
            <a:rPr lang="en-US"/>
            <a:t>To perform Univariate, Bivariate, and Multivariate analysis for deeper insights</a:t>
          </a:r>
        </a:p>
      </dgm:t>
    </dgm:pt>
    <dgm:pt modelId="{86BAE2C2-01EB-4478-A753-3D6FA318DBFC}" type="parTrans" cxnId="{1E6CFE9A-1957-42E0-9E62-CBDE91395746}">
      <dgm:prSet/>
      <dgm:spPr/>
      <dgm:t>
        <a:bodyPr/>
        <a:lstStyle/>
        <a:p>
          <a:endParaRPr lang="en-US"/>
        </a:p>
      </dgm:t>
    </dgm:pt>
    <dgm:pt modelId="{1CE31760-9D94-4D20-8CC8-FF4A59BCBEB8}" type="sibTrans" cxnId="{1E6CFE9A-1957-42E0-9E62-CBDE91395746}">
      <dgm:prSet/>
      <dgm:spPr/>
      <dgm:t>
        <a:bodyPr/>
        <a:lstStyle/>
        <a:p>
          <a:endParaRPr lang="en-US"/>
        </a:p>
      </dgm:t>
    </dgm:pt>
    <dgm:pt modelId="{0AB40C85-3A9E-49E7-A4FC-DABD0E4B29DA}">
      <dgm:prSet/>
      <dgm:spPr/>
      <dgm:t>
        <a:bodyPr/>
        <a:lstStyle/>
        <a:p>
          <a:r>
            <a:rPr lang="en-US"/>
            <a:t>To identify key factors affecting revenue such as product price, quantity, and discounts</a:t>
          </a:r>
        </a:p>
      </dgm:t>
    </dgm:pt>
    <dgm:pt modelId="{CD48F2DD-B446-460D-B7B4-F2D4F161010C}" type="parTrans" cxnId="{41A991E3-3013-467F-BF10-A88E23CB36C9}">
      <dgm:prSet/>
      <dgm:spPr/>
      <dgm:t>
        <a:bodyPr/>
        <a:lstStyle/>
        <a:p>
          <a:endParaRPr lang="en-US"/>
        </a:p>
      </dgm:t>
    </dgm:pt>
    <dgm:pt modelId="{E37653A9-61CC-4261-912C-432044E6FD34}" type="sibTrans" cxnId="{41A991E3-3013-467F-BF10-A88E23CB36C9}">
      <dgm:prSet/>
      <dgm:spPr/>
      <dgm:t>
        <a:bodyPr/>
        <a:lstStyle/>
        <a:p>
          <a:endParaRPr lang="en-US"/>
        </a:p>
      </dgm:t>
    </dgm:pt>
    <dgm:pt modelId="{6A48CAF9-31B9-41E5-BBA0-B13CD196E3F8}">
      <dgm:prSet/>
      <dgm:spPr/>
      <dgm:t>
        <a:bodyPr/>
        <a:lstStyle/>
        <a:p>
          <a:r>
            <a:rPr lang="en-US"/>
            <a:t>To study the impact of customer segments on purchasing patterns</a:t>
          </a:r>
        </a:p>
      </dgm:t>
    </dgm:pt>
    <dgm:pt modelId="{62991375-4C8D-4E2A-A851-8BA8993068B0}" type="parTrans" cxnId="{3C5D6394-D0A8-4BE5-AE3B-E7FE9FABF3A2}">
      <dgm:prSet/>
      <dgm:spPr/>
      <dgm:t>
        <a:bodyPr/>
        <a:lstStyle/>
        <a:p>
          <a:endParaRPr lang="en-US"/>
        </a:p>
      </dgm:t>
    </dgm:pt>
    <dgm:pt modelId="{29175C25-2D1B-47FF-A356-4CBFAC41B6D6}" type="sibTrans" cxnId="{3C5D6394-D0A8-4BE5-AE3B-E7FE9FABF3A2}">
      <dgm:prSet/>
      <dgm:spPr/>
      <dgm:t>
        <a:bodyPr/>
        <a:lstStyle/>
        <a:p>
          <a:endParaRPr lang="en-US"/>
        </a:p>
      </dgm:t>
    </dgm:pt>
    <dgm:pt modelId="{D5D9C737-81D0-4C24-B91C-6CBDB6464F52}">
      <dgm:prSet/>
      <dgm:spPr/>
      <dgm:t>
        <a:bodyPr/>
        <a:lstStyle/>
        <a:p>
          <a:r>
            <a:rPr lang="en-US"/>
            <a:t>To examine how delivery performance influences return behavior</a:t>
          </a:r>
        </a:p>
      </dgm:t>
    </dgm:pt>
    <dgm:pt modelId="{E4D6797A-5143-472D-9FB0-E20637FA17CE}" type="parTrans" cxnId="{1FE4A783-B8FA-4F3F-B4D8-F2F24E76D946}">
      <dgm:prSet/>
      <dgm:spPr/>
      <dgm:t>
        <a:bodyPr/>
        <a:lstStyle/>
        <a:p>
          <a:endParaRPr lang="en-US"/>
        </a:p>
      </dgm:t>
    </dgm:pt>
    <dgm:pt modelId="{4EF2864B-8547-422D-A576-6DEA73BDCBBE}" type="sibTrans" cxnId="{1FE4A783-B8FA-4F3F-B4D8-F2F24E76D946}">
      <dgm:prSet/>
      <dgm:spPr/>
      <dgm:t>
        <a:bodyPr/>
        <a:lstStyle/>
        <a:p>
          <a:endParaRPr lang="en-US"/>
        </a:p>
      </dgm:t>
    </dgm:pt>
    <dgm:pt modelId="{077F2CF9-B03E-4E25-81FB-AA29A277BD3B}">
      <dgm:prSet/>
      <dgm:spPr/>
      <dgm:t>
        <a:bodyPr/>
        <a:lstStyle/>
        <a:p>
          <a:r>
            <a:rPr lang="en-US"/>
            <a:t>To derive actionable insights that can support better business decisions</a:t>
          </a:r>
        </a:p>
      </dgm:t>
    </dgm:pt>
    <dgm:pt modelId="{EE752CC2-4696-4F9D-8DE1-CB58C0D8894C}" type="parTrans" cxnId="{F776BC74-CF3A-4CE0-AD90-A770431F046E}">
      <dgm:prSet/>
      <dgm:spPr/>
      <dgm:t>
        <a:bodyPr/>
        <a:lstStyle/>
        <a:p>
          <a:endParaRPr lang="en-US"/>
        </a:p>
      </dgm:t>
    </dgm:pt>
    <dgm:pt modelId="{59D1020D-8E29-4674-9350-A8DA3950AECC}" type="sibTrans" cxnId="{F776BC74-CF3A-4CE0-AD90-A770431F046E}">
      <dgm:prSet/>
      <dgm:spPr/>
      <dgm:t>
        <a:bodyPr/>
        <a:lstStyle/>
        <a:p>
          <a:endParaRPr lang="en-US"/>
        </a:p>
      </dgm:t>
    </dgm:pt>
    <dgm:pt modelId="{2475A269-B0B6-4DBC-9C93-3E9BE0AAA182}" type="pres">
      <dgm:prSet presAssocID="{9C70C05B-6EC5-4529-AF76-C120A2B9D50C}" presName="linear" presStyleCnt="0">
        <dgm:presLayoutVars>
          <dgm:animLvl val="lvl"/>
          <dgm:resizeHandles val="exact"/>
        </dgm:presLayoutVars>
      </dgm:prSet>
      <dgm:spPr/>
    </dgm:pt>
    <dgm:pt modelId="{E474D525-DFF5-46FD-87A5-3D6EE5C839DF}" type="pres">
      <dgm:prSet presAssocID="{5D303708-3E1A-47AB-B87A-876AA34A74C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2F92545-174D-4939-B845-972CE37F151C}" type="pres">
      <dgm:prSet presAssocID="{31A08ADA-4B0B-4008-939B-6CA38A792A50}" presName="spacer" presStyleCnt="0"/>
      <dgm:spPr/>
    </dgm:pt>
    <dgm:pt modelId="{50341814-4B91-42DA-BA42-26DFAC95AB2A}" type="pres">
      <dgm:prSet presAssocID="{50A8F797-B115-4F3D-B258-3130531D81C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A147417-1321-485A-9A5E-67DACD3D6548}" type="pres">
      <dgm:prSet presAssocID="{1CE31760-9D94-4D20-8CC8-FF4A59BCBEB8}" presName="spacer" presStyleCnt="0"/>
      <dgm:spPr/>
    </dgm:pt>
    <dgm:pt modelId="{643656AC-B0C1-407B-ACA7-E6F599140C33}" type="pres">
      <dgm:prSet presAssocID="{0AB40C85-3A9E-49E7-A4FC-DABD0E4B29D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E2D214B-FF49-4CC5-82C2-A28D09F058C1}" type="pres">
      <dgm:prSet presAssocID="{E37653A9-61CC-4261-912C-432044E6FD34}" presName="spacer" presStyleCnt="0"/>
      <dgm:spPr/>
    </dgm:pt>
    <dgm:pt modelId="{F524B8B0-626B-4820-BD1C-9FD364380C6F}" type="pres">
      <dgm:prSet presAssocID="{6A48CAF9-31B9-41E5-BBA0-B13CD196E3F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5945D8F-4150-40C9-8CC1-87F969EE410A}" type="pres">
      <dgm:prSet presAssocID="{29175C25-2D1B-47FF-A356-4CBFAC41B6D6}" presName="spacer" presStyleCnt="0"/>
      <dgm:spPr/>
    </dgm:pt>
    <dgm:pt modelId="{E7E2377E-BC0A-4638-ABA4-5CE508BE3C60}" type="pres">
      <dgm:prSet presAssocID="{D5D9C737-81D0-4C24-B91C-6CBDB6464F5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CD844D2-5D37-42B1-89AE-4E07B754A6CA}" type="pres">
      <dgm:prSet presAssocID="{4EF2864B-8547-422D-A576-6DEA73BDCBBE}" presName="spacer" presStyleCnt="0"/>
      <dgm:spPr/>
    </dgm:pt>
    <dgm:pt modelId="{088E9419-F970-4A91-988A-27BC428D830A}" type="pres">
      <dgm:prSet presAssocID="{077F2CF9-B03E-4E25-81FB-AA29A277BD3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0891D07-32DC-4758-ACB9-ABCCD87276B0}" srcId="{9C70C05B-6EC5-4529-AF76-C120A2B9D50C}" destId="{5D303708-3E1A-47AB-B87A-876AA34A74C3}" srcOrd="0" destOrd="0" parTransId="{4704B74D-8F72-4D38-AC57-3211AA60AC67}" sibTransId="{31A08ADA-4B0B-4008-939B-6CA38A792A50}"/>
    <dgm:cxn modelId="{5ABD3E20-B8A1-4438-AE11-EA45956EE3E6}" type="presOf" srcId="{5D303708-3E1A-47AB-B87A-876AA34A74C3}" destId="{E474D525-DFF5-46FD-87A5-3D6EE5C839DF}" srcOrd="0" destOrd="0" presId="urn:microsoft.com/office/officeart/2005/8/layout/vList2"/>
    <dgm:cxn modelId="{F4AF9224-A55C-4A83-B7D1-FB9B1C908F54}" type="presOf" srcId="{50A8F797-B115-4F3D-B258-3130531D81CF}" destId="{50341814-4B91-42DA-BA42-26DFAC95AB2A}" srcOrd="0" destOrd="0" presId="urn:microsoft.com/office/officeart/2005/8/layout/vList2"/>
    <dgm:cxn modelId="{C7CAE33D-5343-4A02-8FFE-7DC7DA00D7EB}" type="presOf" srcId="{6A48CAF9-31B9-41E5-BBA0-B13CD196E3F8}" destId="{F524B8B0-626B-4820-BD1C-9FD364380C6F}" srcOrd="0" destOrd="0" presId="urn:microsoft.com/office/officeart/2005/8/layout/vList2"/>
    <dgm:cxn modelId="{316AE64F-C6E4-4CB5-A7E2-E5F2797F84AF}" type="presOf" srcId="{0AB40C85-3A9E-49E7-A4FC-DABD0E4B29DA}" destId="{643656AC-B0C1-407B-ACA7-E6F599140C33}" srcOrd="0" destOrd="0" presId="urn:microsoft.com/office/officeart/2005/8/layout/vList2"/>
    <dgm:cxn modelId="{1FEE9952-A4A9-47B2-B5CC-C12C67A8F8A9}" type="presOf" srcId="{9C70C05B-6EC5-4529-AF76-C120A2B9D50C}" destId="{2475A269-B0B6-4DBC-9C93-3E9BE0AAA182}" srcOrd="0" destOrd="0" presId="urn:microsoft.com/office/officeart/2005/8/layout/vList2"/>
    <dgm:cxn modelId="{F776BC74-CF3A-4CE0-AD90-A770431F046E}" srcId="{9C70C05B-6EC5-4529-AF76-C120A2B9D50C}" destId="{077F2CF9-B03E-4E25-81FB-AA29A277BD3B}" srcOrd="5" destOrd="0" parTransId="{EE752CC2-4696-4F9D-8DE1-CB58C0D8894C}" sibTransId="{59D1020D-8E29-4674-9350-A8DA3950AECC}"/>
    <dgm:cxn modelId="{DDD8647F-5C78-4C1C-B9F4-17224CBF3362}" type="presOf" srcId="{D5D9C737-81D0-4C24-B91C-6CBDB6464F52}" destId="{E7E2377E-BC0A-4638-ABA4-5CE508BE3C60}" srcOrd="0" destOrd="0" presId="urn:microsoft.com/office/officeart/2005/8/layout/vList2"/>
    <dgm:cxn modelId="{1FE4A783-B8FA-4F3F-B4D8-F2F24E76D946}" srcId="{9C70C05B-6EC5-4529-AF76-C120A2B9D50C}" destId="{D5D9C737-81D0-4C24-B91C-6CBDB6464F52}" srcOrd="4" destOrd="0" parTransId="{E4D6797A-5143-472D-9FB0-E20637FA17CE}" sibTransId="{4EF2864B-8547-422D-A576-6DEA73BDCBBE}"/>
    <dgm:cxn modelId="{3C5D6394-D0A8-4BE5-AE3B-E7FE9FABF3A2}" srcId="{9C70C05B-6EC5-4529-AF76-C120A2B9D50C}" destId="{6A48CAF9-31B9-41E5-BBA0-B13CD196E3F8}" srcOrd="3" destOrd="0" parTransId="{62991375-4C8D-4E2A-A851-8BA8993068B0}" sibTransId="{29175C25-2D1B-47FF-A356-4CBFAC41B6D6}"/>
    <dgm:cxn modelId="{1E6CFE9A-1957-42E0-9E62-CBDE91395746}" srcId="{9C70C05B-6EC5-4529-AF76-C120A2B9D50C}" destId="{50A8F797-B115-4F3D-B258-3130531D81CF}" srcOrd="1" destOrd="0" parTransId="{86BAE2C2-01EB-4478-A753-3D6FA318DBFC}" sibTransId="{1CE31760-9D94-4D20-8CC8-FF4A59BCBEB8}"/>
    <dgm:cxn modelId="{B188B9C1-0187-45D1-B723-9111F554B803}" type="presOf" srcId="{077F2CF9-B03E-4E25-81FB-AA29A277BD3B}" destId="{088E9419-F970-4A91-988A-27BC428D830A}" srcOrd="0" destOrd="0" presId="urn:microsoft.com/office/officeart/2005/8/layout/vList2"/>
    <dgm:cxn modelId="{41A991E3-3013-467F-BF10-A88E23CB36C9}" srcId="{9C70C05B-6EC5-4529-AF76-C120A2B9D50C}" destId="{0AB40C85-3A9E-49E7-A4FC-DABD0E4B29DA}" srcOrd="2" destOrd="0" parTransId="{CD48F2DD-B446-460D-B7B4-F2D4F161010C}" sibTransId="{E37653A9-61CC-4261-912C-432044E6FD34}"/>
    <dgm:cxn modelId="{638DB05A-9E95-456B-96F6-85A20D5ABED9}" type="presParOf" srcId="{2475A269-B0B6-4DBC-9C93-3E9BE0AAA182}" destId="{E474D525-DFF5-46FD-87A5-3D6EE5C839DF}" srcOrd="0" destOrd="0" presId="urn:microsoft.com/office/officeart/2005/8/layout/vList2"/>
    <dgm:cxn modelId="{D4329213-DF78-468B-AD6F-84D73344C66D}" type="presParOf" srcId="{2475A269-B0B6-4DBC-9C93-3E9BE0AAA182}" destId="{B2F92545-174D-4939-B845-972CE37F151C}" srcOrd="1" destOrd="0" presId="urn:microsoft.com/office/officeart/2005/8/layout/vList2"/>
    <dgm:cxn modelId="{10DC6C61-B627-4DBD-8C3C-AF77971B7178}" type="presParOf" srcId="{2475A269-B0B6-4DBC-9C93-3E9BE0AAA182}" destId="{50341814-4B91-42DA-BA42-26DFAC95AB2A}" srcOrd="2" destOrd="0" presId="urn:microsoft.com/office/officeart/2005/8/layout/vList2"/>
    <dgm:cxn modelId="{40A7A388-CB20-4A09-9D8C-A690EC374D0B}" type="presParOf" srcId="{2475A269-B0B6-4DBC-9C93-3E9BE0AAA182}" destId="{4A147417-1321-485A-9A5E-67DACD3D6548}" srcOrd="3" destOrd="0" presId="urn:microsoft.com/office/officeart/2005/8/layout/vList2"/>
    <dgm:cxn modelId="{C051FB80-0BA9-4C71-AB5A-6A84AFC2AC85}" type="presParOf" srcId="{2475A269-B0B6-4DBC-9C93-3E9BE0AAA182}" destId="{643656AC-B0C1-407B-ACA7-E6F599140C33}" srcOrd="4" destOrd="0" presId="urn:microsoft.com/office/officeart/2005/8/layout/vList2"/>
    <dgm:cxn modelId="{0FC6E2B1-CB3E-4030-896F-EDF289E5ACA5}" type="presParOf" srcId="{2475A269-B0B6-4DBC-9C93-3E9BE0AAA182}" destId="{BE2D214B-FF49-4CC5-82C2-A28D09F058C1}" srcOrd="5" destOrd="0" presId="urn:microsoft.com/office/officeart/2005/8/layout/vList2"/>
    <dgm:cxn modelId="{64CE634C-8A5E-42AD-8B6D-9E827108C9B8}" type="presParOf" srcId="{2475A269-B0B6-4DBC-9C93-3E9BE0AAA182}" destId="{F524B8B0-626B-4820-BD1C-9FD364380C6F}" srcOrd="6" destOrd="0" presId="urn:microsoft.com/office/officeart/2005/8/layout/vList2"/>
    <dgm:cxn modelId="{64654344-D9D5-4FE3-B0A6-83E2D1961A59}" type="presParOf" srcId="{2475A269-B0B6-4DBC-9C93-3E9BE0AAA182}" destId="{95945D8F-4150-40C9-8CC1-87F969EE410A}" srcOrd="7" destOrd="0" presId="urn:microsoft.com/office/officeart/2005/8/layout/vList2"/>
    <dgm:cxn modelId="{B06339A5-14E6-4E66-8B03-C39975626D8C}" type="presParOf" srcId="{2475A269-B0B6-4DBC-9C93-3E9BE0AAA182}" destId="{E7E2377E-BC0A-4638-ABA4-5CE508BE3C60}" srcOrd="8" destOrd="0" presId="urn:microsoft.com/office/officeart/2005/8/layout/vList2"/>
    <dgm:cxn modelId="{195B9BB1-AEBF-4F86-81F4-36DD45F6BB2E}" type="presParOf" srcId="{2475A269-B0B6-4DBC-9C93-3E9BE0AAA182}" destId="{CCD844D2-5D37-42B1-89AE-4E07B754A6CA}" srcOrd="9" destOrd="0" presId="urn:microsoft.com/office/officeart/2005/8/layout/vList2"/>
    <dgm:cxn modelId="{2BFE7451-D991-4BD5-9FFE-9066A0E97D8B}" type="presParOf" srcId="{2475A269-B0B6-4DBC-9C93-3E9BE0AAA182}" destId="{088E9419-F970-4A91-988A-27BC428D830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2E01D1-1EE8-4DF3-9EC5-CC1C8C9FE1B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C24622-E207-46EA-80D3-9D360C7A2DFF}">
      <dgm:prSet/>
      <dgm:spPr/>
      <dgm:t>
        <a:bodyPr/>
        <a:lstStyle/>
        <a:p>
          <a:r>
            <a:rPr lang="en-US" i="1"/>
            <a:t>Product Price</a:t>
          </a:r>
          <a:r>
            <a:rPr lang="en-US"/>
            <a:t> shows a fairly </a:t>
          </a:r>
          <a:r>
            <a:rPr lang="en-US" b="1"/>
            <a:t>uniform distribution</a:t>
          </a:r>
          <a:r>
            <a:rPr lang="en-US"/>
            <a:t>, indicating a wide range of product pricing across the dataset</a:t>
          </a:r>
        </a:p>
      </dgm:t>
    </dgm:pt>
    <dgm:pt modelId="{F583C4FC-BED9-4F0F-A914-6D27351EBBD2}" type="parTrans" cxnId="{22F3496D-63D1-45B6-914C-33D261FEE455}">
      <dgm:prSet/>
      <dgm:spPr/>
      <dgm:t>
        <a:bodyPr/>
        <a:lstStyle/>
        <a:p>
          <a:endParaRPr lang="en-US"/>
        </a:p>
      </dgm:t>
    </dgm:pt>
    <dgm:pt modelId="{48F2E3A3-286F-40F9-AA1A-CF9F070D94B7}" type="sibTrans" cxnId="{22F3496D-63D1-45B6-914C-33D261FEE455}">
      <dgm:prSet/>
      <dgm:spPr/>
      <dgm:t>
        <a:bodyPr/>
        <a:lstStyle/>
        <a:p>
          <a:endParaRPr lang="en-US"/>
        </a:p>
      </dgm:t>
    </dgm:pt>
    <dgm:pt modelId="{DD9EE02A-4E90-4D25-93F0-0DA0DB6F0C1F}">
      <dgm:prSet/>
      <dgm:spPr/>
      <dgm:t>
        <a:bodyPr/>
        <a:lstStyle/>
        <a:p>
          <a:r>
            <a:rPr lang="en-US" i="1"/>
            <a:t>Final Price</a:t>
          </a:r>
          <a:r>
            <a:rPr lang="en-US"/>
            <a:t> is </a:t>
          </a:r>
          <a:r>
            <a:rPr lang="en-US" b="1"/>
            <a:t>positively skewed</a:t>
          </a:r>
          <a:r>
            <a:rPr lang="en-US"/>
            <a:t>, as the mean is higher than the median, indicating the presence of high-value transactions</a:t>
          </a:r>
        </a:p>
      </dgm:t>
    </dgm:pt>
    <dgm:pt modelId="{0A5C8053-85D0-4682-9995-1C245742E0D9}" type="parTrans" cxnId="{8EFEF5AE-8682-44D2-B55D-39D407FF05BE}">
      <dgm:prSet/>
      <dgm:spPr/>
      <dgm:t>
        <a:bodyPr/>
        <a:lstStyle/>
        <a:p>
          <a:endParaRPr lang="en-US"/>
        </a:p>
      </dgm:t>
    </dgm:pt>
    <dgm:pt modelId="{72E4DC31-5107-4B11-BE79-31F2BD5E6D1C}" type="sibTrans" cxnId="{8EFEF5AE-8682-44D2-B55D-39D407FF05BE}">
      <dgm:prSet/>
      <dgm:spPr/>
      <dgm:t>
        <a:bodyPr/>
        <a:lstStyle/>
        <a:p>
          <a:endParaRPr lang="en-US"/>
        </a:p>
      </dgm:t>
    </dgm:pt>
    <dgm:pt modelId="{BBB90AE0-5E83-4987-A62E-FD0AC4AE193D}">
      <dgm:prSet/>
      <dgm:spPr/>
      <dgm:t>
        <a:bodyPr/>
        <a:lstStyle/>
        <a:p>
          <a:r>
            <a:rPr lang="en-US" i="1"/>
            <a:t>Quantity</a:t>
          </a:r>
          <a:r>
            <a:rPr lang="en-US"/>
            <a:t> is concentrated around lower values (1–3), showing that most purchases involve </a:t>
          </a:r>
          <a:r>
            <a:rPr lang="en-US" b="1"/>
            <a:t>limited number of items</a:t>
          </a:r>
          <a:endParaRPr lang="en-US"/>
        </a:p>
      </dgm:t>
    </dgm:pt>
    <dgm:pt modelId="{BFE109FF-3508-4A58-967D-D341BFB85FA6}" type="parTrans" cxnId="{636E46BD-0C5A-40E9-81B9-103C9B29A693}">
      <dgm:prSet/>
      <dgm:spPr/>
      <dgm:t>
        <a:bodyPr/>
        <a:lstStyle/>
        <a:p>
          <a:endParaRPr lang="en-US"/>
        </a:p>
      </dgm:t>
    </dgm:pt>
    <dgm:pt modelId="{A59C102D-D5F1-4C40-A2C0-31D20DECCD25}" type="sibTrans" cxnId="{636E46BD-0C5A-40E9-81B9-103C9B29A693}">
      <dgm:prSet/>
      <dgm:spPr/>
      <dgm:t>
        <a:bodyPr/>
        <a:lstStyle/>
        <a:p>
          <a:endParaRPr lang="en-US"/>
        </a:p>
      </dgm:t>
    </dgm:pt>
    <dgm:pt modelId="{3F12089C-3EEE-4E94-9C90-ED59F3F6335A}">
      <dgm:prSet/>
      <dgm:spPr/>
      <dgm:t>
        <a:bodyPr/>
        <a:lstStyle/>
        <a:p>
          <a:r>
            <a:rPr lang="en-US" i="1"/>
            <a:t>Discount Percentage</a:t>
          </a:r>
          <a:r>
            <a:rPr lang="en-US"/>
            <a:t> appears evenly distributed, suggesting a </a:t>
          </a:r>
          <a:r>
            <a:rPr lang="en-US" b="1"/>
            <a:t>consistent discount strategy across products</a:t>
          </a:r>
          <a:endParaRPr lang="en-US"/>
        </a:p>
      </dgm:t>
    </dgm:pt>
    <dgm:pt modelId="{8C1C31E8-6756-4512-8A1E-390854D101A1}" type="parTrans" cxnId="{ABF76E18-D42D-479F-8758-7EABBEAE866E}">
      <dgm:prSet/>
      <dgm:spPr/>
      <dgm:t>
        <a:bodyPr/>
        <a:lstStyle/>
        <a:p>
          <a:endParaRPr lang="en-US"/>
        </a:p>
      </dgm:t>
    </dgm:pt>
    <dgm:pt modelId="{35EC68AE-4426-475B-BECE-DA2CCECEE041}" type="sibTrans" cxnId="{ABF76E18-D42D-479F-8758-7EABBEAE866E}">
      <dgm:prSet/>
      <dgm:spPr/>
      <dgm:t>
        <a:bodyPr/>
        <a:lstStyle/>
        <a:p>
          <a:endParaRPr lang="en-US"/>
        </a:p>
      </dgm:t>
    </dgm:pt>
    <dgm:pt modelId="{4D4D2460-848D-4CD1-80EA-34D0DD516024}">
      <dgm:prSet/>
      <dgm:spPr/>
      <dgm:t>
        <a:bodyPr/>
        <a:lstStyle/>
        <a:p>
          <a:r>
            <a:rPr lang="en-US" i="1"/>
            <a:t>Delivery Days</a:t>
          </a:r>
          <a:r>
            <a:rPr lang="en-US"/>
            <a:t> show a relatively balanced distribution with slight variation, indicating a </a:t>
          </a:r>
          <a:r>
            <a:rPr lang="en-US" b="1"/>
            <a:t>stable delivery system</a:t>
          </a:r>
          <a:endParaRPr lang="en-US"/>
        </a:p>
      </dgm:t>
    </dgm:pt>
    <dgm:pt modelId="{EC43E9BA-EFAF-401E-A428-6D4B7D866DEA}" type="parTrans" cxnId="{F9E36BCE-DD6E-461E-A6C3-932C41DB7841}">
      <dgm:prSet/>
      <dgm:spPr/>
      <dgm:t>
        <a:bodyPr/>
        <a:lstStyle/>
        <a:p>
          <a:endParaRPr lang="en-US"/>
        </a:p>
      </dgm:t>
    </dgm:pt>
    <dgm:pt modelId="{06E059C8-6E3D-4B4C-991E-029540CF8005}" type="sibTrans" cxnId="{F9E36BCE-DD6E-461E-A6C3-932C41DB7841}">
      <dgm:prSet/>
      <dgm:spPr/>
      <dgm:t>
        <a:bodyPr/>
        <a:lstStyle/>
        <a:p>
          <a:endParaRPr lang="en-US"/>
        </a:p>
      </dgm:t>
    </dgm:pt>
    <dgm:pt modelId="{1A657CDF-B9ED-4B3E-8A54-3083D69F05A9}">
      <dgm:prSet/>
      <dgm:spPr/>
      <dgm:t>
        <a:bodyPr/>
        <a:lstStyle/>
        <a:p>
          <a:r>
            <a:rPr lang="en-US"/>
            <a:t>Overall, most variables show </a:t>
          </a:r>
          <a:r>
            <a:rPr lang="en-US" b="1"/>
            <a:t>stable and well-distributed patterns</a:t>
          </a:r>
          <a:r>
            <a:rPr lang="en-US"/>
            <a:t>, with slight skewness in pricing due to high-value purchases</a:t>
          </a:r>
        </a:p>
      </dgm:t>
    </dgm:pt>
    <dgm:pt modelId="{1CBC0A3A-8787-413E-AB01-716C689CFE3D}" type="parTrans" cxnId="{D0626F92-E686-4A9B-86AC-4C269C242DB2}">
      <dgm:prSet/>
      <dgm:spPr/>
      <dgm:t>
        <a:bodyPr/>
        <a:lstStyle/>
        <a:p>
          <a:endParaRPr lang="en-US"/>
        </a:p>
      </dgm:t>
    </dgm:pt>
    <dgm:pt modelId="{5119BFA3-ECD0-44C4-83DC-8E80B06704FE}" type="sibTrans" cxnId="{D0626F92-E686-4A9B-86AC-4C269C242DB2}">
      <dgm:prSet/>
      <dgm:spPr/>
      <dgm:t>
        <a:bodyPr/>
        <a:lstStyle/>
        <a:p>
          <a:endParaRPr lang="en-US"/>
        </a:p>
      </dgm:t>
    </dgm:pt>
    <dgm:pt modelId="{C64C39F1-2A88-44DC-B0DC-0FA5DF713CD8}" type="pres">
      <dgm:prSet presAssocID="{ED2E01D1-1EE8-4DF3-9EC5-CC1C8C9FE1BF}" presName="diagram" presStyleCnt="0">
        <dgm:presLayoutVars>
          <dgm:dir/>
          <dgm:resizeHandles val="exact"/>
        </dgm:presLayoutVars>
      </dgm:prSet>
      <dgm:spPr/>
    </dgm:pt>
    <dgm:pt modelId="{11542B01-BD10-4E0C-BB3D-D2B687F3E003}" type="pres">
      <dgm:prSet presAssocID="{41C24622-E207-46EA-80D3-9D360C7A2DFF}" presName="node" presStyleLbl="node1" presStyleIdx="0" presStyleCnt="6">
        <dgm:presLayoutVars>
          <dgm:bulletEnabled val="1"/>
        </dgm:presLayoutVars>
      </dgm:prSet>
      <dgm:spPr/>
    </dgm:pt>
    <dgm:pt modelId="{9C3D6D88-45FB-4E31-8EE7-9B74842FDE4E}" type="pres">
      <dgm:prSet presAssocID="{48F2E3A3-286F-40F9-AA1A-CF9F070D94B7}" presName="sibTrans" presStyleCnt="0"/>
      <dgm:spPr/>
    </dgm:pt>
    <dgm:pt modelId="{9AC4A1D7-92EC-468B-9F4D-FBEAB829DF4D}" type="pres">
      <dgm:prSet presAssocID="{DD9EE02A-4E90-4D25-93F0-0DA0DB6F0C1F}" presName="node" presStyleLbl="node1" presStyleIdx="1" presStyleCnt="6">
        <dgm:presLayoutVars>
          <dgm:bulletEnabled val="1"/>
        </dgm:presLayoutVars>
      </dgm:prSet>
      <dgm:spPr/>
    </dgm:pt>
    <dgm:pt modelId="{612DB2A4-423F-4C54-8428-D754E81EF248}" type="pres">
      <dgm:prSet presAssocID="{72E4DC31-5107-4B11-BE79-31F2BD5E6D1C}" presName="sibTrans" presStyleCnt="0"/>
      <dgm:spPr/>
    </dgm:pt>
    <dgm:pt modelId="{2E7F9839-12E5-4C6D-8C40-675491D8C42E}" type="pres">
      <dgm:prSet presAssocID="{BBB90AE0-5E83-4987-A62E-FD0AC4AE193D}" presName="node" presStyleLbl="node1" presStyleIdx="2" presStyleCnt="6">
        <dgm:presLayoutVars>
          <dgm:bulletEnabled val="1"/>
        </dgm:presLayoutVars>
      </dgm:prSet>
      <dgm:spPr/>
    </dgm:pt>
    <dgm:pt modelId="{6CADBC56-FE11-4974-A877-3D62A029B6E9}" type="pres">
      <dgm:prSet presAssocID="{A59C102D-D5F1-4C40-A2C0-31D20DECCD25}" presName="sibTrans" presStyleCnt="0"/>
      <dgm:spPr/>
    </dgm:pt>
    <dgm:pt modelId="{33B7D028-79BB-4A65-B7C3-D69EE8DC3C1D}" type="pres">
      <dgm:prSet presAssocID="{3F12089C-3EEE-4E94-9C90-ED59F3F6335A}" presName="node" presStyleLbl="node1" presStyleIdx="3" presStyleCnt="6">
        <dgm:presLayoutVars>
          <dgm:bulletEnabled val="1"/>
        </dgm:presLayoutVars>
      </dgm:prSet>
      <dgm:spPr/>
    </dgm:pt>
    <dgm:pt modelId="{5239E132-1E55-40F4-8A62-199E892C26A7}" type="pres">
      <dgm:prSet presAssocID="{35EC68AE-4426-475B-BECE-DA2CCECEE041}" presName="sibTrans" presStyleCnt="0"/>
      <dgm:spPr/>
    </dgm:pt>
    <dgm:pt modelId="{E5E34AE7-3333-4CB8-BCAC-89ED183248C3}" type="pres">
      <dgm:prSet presAssocID="{4D4D2460-848D-4CD1-80EA-34D0DD516024}" presName="node" presStyleLbl="node1" presStyleIdx="4" presStyleCnt="6">
        <dgm:presLayoutVars>
          <dgm:bulletEnabled val="1"/>
        </dgm:presLayoutVars>
      </dgm:prSet>
      <dgm:spPr/>
    </dgm:pt>
    <dgm:pt modelId="{03E84FE5-13B3-4641-943D-0C903E5A0C0D}" type="pres">
      <dgm:prSet presAssocID="{06E059C8-6E3D-4B4C-991E-029540CF8005}" presName="sibTrans" presStyleCnt="0"/>
      <dgm:spPr/>
    </dgm:pt>
    <dgm:pt modelId="{9F30F3E6-682A-476E-8AFD-BF0C899B67F6}" type="pres">
      <dgm:prSet presAssocID="{1A657CDF-B9ED-4B3E-8A54-3083D69F05A9}" presName="node" presStyleLbl="node1" presStyleIdx="5" presStyleCnt="6">
        <dgm:presLayoutVars>
          <dgm:bulletEnabled val="1"/>
        </dgm:presLayoutVars>
      </dgm:prSet>
      <dgm:spPr/>
    </dgm:pt>
  </dgm:ptLst>
  <dgm:cxnLst>
    <dgm:cxn modelId="{ABF76E18-D42D-479F-8758-7EABBEAE866E}" srcId="{ED2E01D1-1EE8-4DF3-9EC5-CC1C8C9FE1BF}" destId="{3F12089C-3EEE-4E94-9C90-ED59F3F6335A}" srcOrd="3" destOrd="0" parTransId="{8C1C31E8-6756-4512-8A1E-390854D101A1}" sibTransId="{35EC68AE-4426-475B-BECE-DA2CCECEE041}"/>
    <dgm:cxn modelId="{17AF925C-66C0-4108-9C11-CC9EA9BF31C3}" type="presOf" srcId="{41C24622-E207-46EA-80D3-9D360C7A2DFF}" destId="{11542B01-BD10-4E0C-BB3D-D2B687F3E003}" srcOrd="0" destOrd="0" presId="urn:microsoft.com/office/officeart/2005/8/layout/default"/>
    <dgm:cxn modelId="{5BF34543-3862-4014-846E-6E2B324A0A0A}" type="presOf" srcId="{ED2E01D1-1EE8-4DF3-9EC5-CC1C8C9FE1BF}" destId="{C64C39F1-2A88-44DC-B0DC-0FA5DF713CD8}" srcOrd="0" destOrd="0" presId="urn:microsoft.com/office/officeart/2005/8/layout/default"/>
    <dgm:cxn modelId="{22F3496D-63D1-45B6-914C-33D261FEE455}" srcId="{ED2E01D1-1EE8-4DF3-9EC5-CC1C8C9FE1BF}" destId="{41C24622-E207-46EA-80D3-9D360C7A2DFF}" srcOrd="0" destOrd="0" parTransId="{F583C4FC-BED9-4F0F-A914-6D27351EBBD2}" sibTransId="{48F2E3A3-286F-40F9-AA1A-CF9F070D94B7}"/>
    <dgm:cxn modelId="{6A76DF74-8886-4989-8F1B-D902AB836BD9}" type="presOf" srcId="{4D4D2460-848D-4CD1-80EA-34D0DD516024}" destId="{E5E34AE7-3333-4CB8-BCAC-89ED183248C3}" srcOrd="0" destOrd="0" presId="urn:microsoft.com/office/officeart/2005/8/layout/default"/>
    <dgm:cxn modelId="{D0626F92-E686-4A9B-86AC-4C269C242DB2}" srcId="{ED2E01D1-1EE8-4DF3-9EC5-CC1C8C9FE1BF}" destId="{1A657CDF-B9ED-4B3E-8A54-3083D69F05A9}" srcOrd="5" destOrd="0" parTransId="{1CBC0A3A-8787-413E-AB01-716C689CFE3D}" sibTransId="{5119BFA3-ECD0-44C4-83DC-8E80B06704FE}"/>
    <dgm:cxn modelId="{B0C8AFA1-1761-45FF-B7D4-9C66F77CA03D}" type="presOf" srcId="{3F12089C-3EEE-4E94-9C90-ED59F3F6335A}" destId="{33B7D028-79BB-4A65-B7C3-D69EE8DC3C1D}" srcOrd="0" destOrd="0" presId="urn:microsoft.com/office/officeart/2005/8/layout/default"/>
    <dgm:cxn modelId="{2FB10CA8-A843-47AF-8D93-BF1AF841F39E}" type="presOf" srcId="{DD9EE02A-4E90-4D25-93F0-0DA0DB6F0C1F}" destId="{9AC4A1D7-92EC-468B-9F4D-FBEAB829DF4D}" srcOrd="0" destOrd="0" presId="urn:microsoft.com/office/officeart/2005/8/layout/default"/>
    <dgm:cxn modelId="{8EFEF5AE-8682-44D2-B55D-39D407FF05BE}" srcId="{ED2E01D1-1EE8-4DF3-9EC5-CC1C8C9FE1BF}" destId="{DD9EE02A-4E90-4D25-93F0-0DA0DB6F0C1F}" srcOrd="1" destOrd="0" parTransId="{0A5C8053-85D0-4682-9995-1C245742E0D9}" sibTransId="{72E4DC31-5107-4B11-BE79-31F2BD5E6D1C}"/>
    <dgm:cxn modelId="{636E46BD-0C5A-40E9-81B9-103C9B29A693}" srcId="{ED2E01D1-1EE8-4DF3-9EC5-CC1C8C9FE1BF}" destId="{BBB90AE0-5E83-4987-A62E-FD0AC4AE193D}" srcOrd="2" destOrd="0" parTransId="{BFE109FF-3508-4A58-967D-D341BFB85FA6}" sibTransId="{A59C102D-D5F1-4C40-A2C0-31D20DECCD25}"/>
    <dgm:cxn modelId="{F9E36BCE-DD6E-461E-A6C3-932C41DB7841}" srcId="{ED2E01D1-1EE8-4DF3-9EC5-CC1C8C9FE1BF}" destId="{4D4D2460-848D-4CD1-80EA-34D0DD516024}" srcOrd="4" destOrd="0" parTransId="{EC43E9BA-EFAF-401E-A428-6D4B7D866DEA}" sibTransId="{06E059C8-6E3D-4B4C-991E-029540CF8005}"/>
    <dgm:cxn modelId="{3D74DBD4-DA67-4625-B261-4B05C0C6C5B3}" type="presOf" srcId="{BBB90AE0-5E83-4987-A62E-FD0AC4AE193D}" destId="{2E7F9839-12E5-4C6D-8C40-675491D8C42E}" srcOrd="0" destOrd="0" presId="urn:microsoft.com/office/officeart/2005/8/layout/default"/>
    <dgm:cxn modelId="{A2E28DE4-37DB-4447-A0EE-2755CFB432CD}" type="presOf" srcId="{1A657CDF-B9ED-4B3E-8A54-3083D69F05A9}" destId="{9F30F3E6-682A-476E-8AFD-BF0C899B67F6}" srcOrd="0" destOrd="0" presId="urn:microsoft.com/office/officeart/2005/8/layout/default"/>
    <dgm:cxn modelId="{7AB5F927-70C5-4052-BB3E-2C67C3E78D25}" type="presParOf" srcId="{C64C39F1-2A88-44DC-B0DC-0FA5DF713CD8}" destId="{11542B01-BD10-4E0C-BB3D-D2B687F3E003}" srcOrd="0" destOrd="0" presId="urn:microsoft.com/office/officeart/2005/8/layout/default"/>
    <dgm:cxn modelId="{C8F9D34B-7BB8-45C9-B3DE-A640BCA9CF3A}" type="presParOf" srcId="{C64C39F1-2A88-44DC-B0DC-0FA5DF713CD8}" destId="{9C3D6D88-45FB-4E31-8EE7-9B74842FDE4E}" srcOrd="1" destOrd="0" presId="urn:microsoft.com/office/officeart/2005/8/layout/default"/>
    <dgm:cxn modelId="{0B490F51-7DA6-4F9D-A8B2-4A8F10465856}" type="presParOf" srcId="{C64C39F1-2A88-44DC-B0DC-0FA5DF713CD8}" destId="{9AC4A1D7-92EC-468B-9F4D-FBEAB829DF4D}" srcOrd="2" destOrd="0" presId="urn:microsoft.com/office/officeart/2005/8/layout/default"/>
    <dgm:cxn modelId="{8D6990E4-ADCB-4CE9-B255-263A38F1B913}" type="presParOf" srcId="{C64C39F1-2A88-44DC-B0DC-0FA5DF713CD8}" destId="{612DB2A4-423F-4C54-8428-D754E81EF248}" srcOrd="3" destOrd="0" presId="urn:microsoft.com/office/officeart/2005/8/layout/default"/>
    <dgm:cxn modelId="{505BC46C-7124-4EE9-8738-96EA4918D6A6}" type="presParOf" srcId="{C64C39F1-2A88-44DC-B0DC-0FA5DF713CD8}" destId="{2E7F9839-12E5-4C6D-8C40-675491D8C42E}" srcOrd="4" destOrd="0" presId="urn:microsoft.com/office/officeart/2005/8/layout/default"/>
    <dgm:cxn modelId="{11354360-A05C-488E-B581-B20C3346DA99}" type="presParOf" srcId="{C64C39F1-2A88-44DC-B0DC-0FA5DF713CD8}" destId="{6CADBC56-FE11-4974-A877-3D62A029B6E9}" srcOrd="5" destOrd="0" presId="urn:microsoft.com/office/officeart/2005/8/layout/default"/>
    <dgm:cxn modelId="{C8A3AF95-5774-4EBF-8EC1-F963C92B26A3}" type="presParOf" srcId="{C64C39F1-2A88-44DC-B0DC-0FA5DF713CD8}" destId="{33B7D028-79BB-4A65-B7C3-D69EE8DC3C1D}" srcOrd="6" destOrd="0" presId="urn:microsoft.com/office/officeart/2005/8/layout/default"/>
    <dgm:cxn modelId="{F1BA5901-6C0D-40BC-BBA1-7166C0D95C3E}" type="presParOf" srcId="{C64C39F1-2A88-44DC-B0DC-0FA5DF713CD8}" destId="{5239E132-1E55-40F4-8A62-199E892C26A7}" srcOrd="7" destOrd="0" presId="urn:microsoft.com/office/officeart/2005/8/layout/default"/>
    <dgm:cxn modelId="{2BFDCE75-3340-4151-8772-98A7D871643A}" type="presParOf" srcId="{C64C39F1-2A88-44DC-B0DC-0FA5DF713CD8}" destId="{E5E34AE7-3333-4CB8-BCAC-89ED183248C3}" srcOrd="8" destOrd="0" presId="urn:microsoft.com/office/officeart/2005/8/layout/default"/>
    <dgm:cxn modelId="{A5F85792-359D-41FC-851E-1FFEA1C034BE}" type="presParOf" srcId="{C64C39F1-2A88-44DC-B0DC-0FA5DF713CD8}" destId="{03E84FE5-13B3-4641-943D-0C903E5A0C0D}" srcOrd="9" destOrd="0" presId="urn:microsoft.com/office/officeart/2005/8/layout/default"/>
    <dgm:cxn modelId="{039CF2D3-B4A9-412B-8EF5-3AFB0CD545ED}" type="presParOf" srcId="{C64C39F1-2A88-44DC-B0DC-0FA5DF713CD8}" destId="{9F30F3E6-682A-476E-8AFD-BF0C899B67F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5253AD2-DFCF-4E7B-889C-F1482CE22ED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87048A-3002-4579-88A4-85915D56015A}">
      <dgm:prSet/>
      <dgm:spPr/>
      <dgm:t>
        <a:bodyPr/>
        <a:lstStyle/>
        <a:p>
          <a:r>
            <a:rPr lang="en-US"/>
            <a:t>Gained practical experience in data cleaning and preprocessing techniques</a:t>
          </a:r>
        </a:p>
      </dgm:t>
    </dgm:pt>
    <dgm:pt modelId="{C207EBF6-9D77-4085-833E-3A8850D2A24F}" type="parTrans" cxnId="{395B9028-3B92-4464-97BB-ADBBFAED4B48}">
      <dgm:prSet/>
      <dgm:spPr/>
      <dgm:t>
        <a:bodyPr/>
        <a:lstStyle/>
        <a:p>
          <a:endParaRPr lang="en-US"/>
        </a:p>
      </dgm:t>
    </dgm:pt>
    <dgm:pt modelId="{150CEA55-3AAB-4BAD-BFBD-8B7AC4798668}" type="sibTrans" cxnId="{395B9028-3B92-4464-97BB-ADBBFAED4B48}">
      <dgm:prSet/>
      <dgm:spPr/>
      <dgm:t>
        <a:bodyPr/>
        <a:lstStyle/>
        <a:p>
          <a:endParaRPr lang="en-US"/>
        </a:p>
      </dgm:t>
    </dgm:pt>
    <dgm:pt modelId="{A6F0AD3D-7E9F-4463-AC88-CB7CA1E7A8B5}">
      <dgm:prSet/>
      <dgm:spPr/>
      <dgm:t>
        <a:bodyPr/>
        <a:lstStyle/>
        <a:p>
          <a:r>
            <a:rPr lang="en-US"/>
            <a:t>Developed skills in Univariate, Bivariate, and Multivariate data analysis</a:t>
          </a:r>
        </a:p>
      </dgm:t>
    </dgm:pt>
    <dgm:pt modelId="{3F84DC90-3B16-4836-90D4-FA7E832C6FD7}" type="parTrans" cxnId="{832823FA-F3BB-46A4-80E0-F427DCCB8286}">
      <dgm:prSet/>
      <dgm:spPr/>
      <dgm:t>
        <a:bodyPr/>
        <a:lstStyle/>
        <a:p>
          <a:endParaRPr lang="en-US"/>
        </a:p>
      </dgm:t>
    </dgm:pt>
    <dgm:pt modelId="{A96BB583-2A37-4480-B16C-C2970C7EF538}" type="sibTrans" cxnId="{832823FA-F3BB-46A4-80E0-F427DCCB8286}">
      <dgm:prSet/>
      <dgm:spPr/>
      <dgm:t>
        <a:bodyPr/>
        <a:lstStyle/>
        <a:p>
          <a:endParaRPr lang="en-US"/>
        </a:p>
      </dgm:t>
    </dgm:pt>
    <dgm:pt modelId="{F693CEF9-E358-462B-9946-065CF5A4F437}">
      <dgm:prSet/>
      <dgm:spPr/>
      <dgm:t>
        <a:bodyPr/>
        <a:lstStyle/>
        <a:p>
          <a:r>
            <a:rPr lang="en-US"/>
            <a:t>Learned to use visualization tools like Matplotlib and Seaborn for effective data representation</a:t>
          </a:r>
        </a:p>
      </dgm:t>
    </dgm:pt>
    <dgm:pt modelId="{3D7876B1-8252-4675-BDD1-DE91442F9629}" type="parTrans" cxnId="{F72C9C3D-705B-409D-96BC-BE1F50725762}">
      <dgm:prSet/>
      <dgm:spPr/>
      <dgm:t>
        <a:bodyPr/>
        <a:lstStyle/>
        <a:p>
          <a:endParaRPr lang="en-US"/>
        </a:p>
      </dgm:t>
    </dgm:pt>
    <dgm:pt modelId="{57A98C98-F5B3-4019-999A-ABA8B5695A27}" type="sibTrans" cxnId="{F72C9C3D-705B-409D-96BC-BE1F50725762}">
      <dgm:prSet/>
      <dgm:spPr/>
      <dgm:t>
        <a:bodyPr/>
        <a:lstStyle/>
        <a:p>
          <a:endParaRPr lang="en-US"/>
        </a:p>
      </dgm:t>
    </dgm:pt>
    <dgm:pt modelId="{BF31E53B-7D91-417D-A305-656CD22A3EE2}">
      <dgm:prSet/>
      <dgm:spPr/>
      <dgm:t>
        <a:bodyPr/>
        <a:lstStyle/>
        <a:p>
          <a:r>
            <a:rPr lang="en-US"/>
            <a:t>Improved ability to interpret data and extract meaningful insights</a:t>
          </a:r>
        </a:p>
      </dgm:t>
    </dgm:pt>
    <dgm:pt modelId="{A1A27C45-F6CF-45E0-80B4-0A4157C35CE8}" type="parTrans" cxnId="{F00EF04F-43BD-4A0D-A5A2-7B7C70170CEA}">
      <dgm:prSet/>
      <dgm:spPr/>
      <dgm:t>
        <a:bodyPr/>
        <a:lstStyle/>
        <a:p>
          <a:endParaRPr lang="en-US"/>
        </a:p>
      </dgm:t>
    </dgm:pt>
    <dgm:pt modelId="{E9F67DD7-DEEC-4E1C-99FD-1FB4A1C06F2B}" type="sibTrans" cxnId="{F00EF04F-43BD-4A0D-A5A2-7B7C70170CEA}">
      <dgm:prSet/>
      <dgm:spPr/>
      <dgm:t>
        <a:bodyPr/>
        <a:lstStyle/>
        <a:p>
          <a:endParaRPr lang="en-US"/>
        </a:p>
      </dgm:t>
    </dgm:pt>
    <dgm:pt modelId="{EA3CC910-E1E4-46DC-983F-25373BD73CED}">
      <dgm:prSet/>
      <dgm:spPr/>
      <dgm:t>
        <a:bodyPr/>
        <a:lstStyle/>
        <a:p>
          <a:r>
            <a:rPr lang="en-US"/>
            <a:t>Understood how data analysis supports real-world business decision-making</a:t>
          </a:r>
        </a:p>
      </dgm:t>
    </dgm:pt>
    <dgm:pt modelId="{CB7968C0-466B-490E-80B2-209FD86651A1}" type="parTrans" cxnId="{822BC706-5C83-480D-9EFB-D039E1117527}">
      <dgm:prSet/>
      <dgm:spPr/>
      <dgm:t>
        <a:bodyPr/>
        <a:lstStyle/>
        <a:p>
          <a:endParaRPr lang="en-US"/>
        </a:p>
      </dgm:t>
    </dgm:pt>
    <dgm:pt modelId="{39A8386B-D7B9-4712-8ACF-23D7BA456DEB}" type="sibTrans" cxnId="{822BC706-5C83-480D-9EFB-D039E1117527}">
      <dgm:prSet/>
      <dgm:spPr/>
      <dgm:t>
        <a:bodyPr/>
        <a:lstStyle/>
        <a:p>
          <a:endParaRPr lang="en-US"/>
        </a:p>
      </dgm:t>
    </dgm:pt>
    <dgm:pt modelId="{1A24FBD3-D336-4433-8C77-FFE49423AF4F}">
      <dgm:prSet/>
      <dgm:spPr/>
      <dgm:t>
        <a:bodyPr/>
        <a:lstStyle/>
        <a:p>
          <a:r>
            <a:rPr lang="en-US"/>
            <a:t>Enhanced problem-solving and analytical thinking skills</a:t>
          </a:r>
        </a:p>
      </dgm:t>
    </dgm:pt>
    <dgm:pt modelId="{111AA5B4-23BF-4BCC-9367-9DCEDC4FD026}" type="parTrans" cxnId="{FA278F4E-DF1F-4EFF-A80D-5E4B9F86D112}">
      <dgm:prSet/>
      <dgm:spPr/>
      <dgm:t>
        <a:bodyPr/>
        <a:lstStyle/>
        <a:p>
          <a:endParaRPr lang="en-US"/>
        </a:p>
      </dgm:t>
    </dgm:pt>
    <dgm:pt modelId="{1DB4323A-2AE8-43CC-8122-B28A1DAAB4DB}" type="sibTrans" cxnId="{FA278F4E-DF1F-4EFF-A80D-5E4B9F86D112}">
      <dgm:prSet/>
      <dgm:spPr/>
      <dgm:t>
        <a:bodyPr/>
        <a:lstStyle/>
        <a:p>
          <a:endParaRPr lang="en-US"/>
        </a:p>
      </dgm:t>
    </dgm:pt>
    <dgm:pt modelId="{B6103DFB-F151-4BD7-9885-B7E2D2742EDE}" type="pres">
      <dgm:prSet presAssocID="{C5253AD2-DFCF-4E7B-889C-F1482CE22ED8}" presName="linear" presStyleCnt="0">
        <dgm:presLayoutVars>
          <dgm:animLvl val="lvl"/>
          <dgm:resizeHandles val="exact"/>
        </dgm:presLayoutVars>
      </dgm:prSet>
      <dgm:spPr/>
    </dgm:pt>
    <dgm:pt modelId="{6CE561C4-163F-42F3-BF5B-8611CB93483A}" type="pres">
      <dgm:prSet presAssocID="{2B87048A-3002-4579-88A4-85915D56015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2A5DBB4-39AE-4F60-9C32-DA1BC07CA1AE}" type="pres">
      <dgm:prSet presAssocID="{150CEA55-3AAB-4BAD-BFBD-8B7AC4798668}" presName="spacer" presStyleCnt="0"/>
      <dgm:spPr/>
    </dgm:pt>
    <dgm:pt modelId="{2D498B51-4C9A-4B5F-A7A7-DDA31C2DA61E}" type="pres">
      <dgm:prSet presAssocID="{A6F0AD3D-7E9F-4463-AC88-CB7CA1E7A8B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0935B66-1337-485F-9A61-12D080660B54}" type="pres">
      <dgm:prSet presAssocID="{A96BB583-2A37-4480-B16C-C2970C7EF538}" presName="spacer" presStyleCnt="0"/>
      <dgm:spPr/>
    </dgm:pt>
    <dgm:pt modelId="{1030053E-DB5E-4ADC-BC26-93C7BB8ECF6C}" type="pres">
      <dgm:prSet presAssocID="{F693CEF9-E358-462B-9946-065CF5A4F43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B132FF9-2567-49BB-9A26-6ACDD8211BB4}" type="pres">
      <dgm:prSet presAssocID="{57A98C98-F5B3-4019-999A-ABA8B5695A27}" presName="spacer" presStyleCnt="0"/>
      <dgm:spPr/>
    </dgm:pt>
    <dgm:pt modelId="{CF87F679-88A9-463D-AD69-72A133C12016}" type="pres">
      <dgm:prSet presAssocID="{BF31E53B-7D91-417D-A305-656CD22A3EE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D6E8F67-8BDA-4529-A194-27C05246CAA3}" type="pres">
      <dgm:prSet presAssocID="{E9F67DD7-DEEC-4E1C-99FD-1FB4A1C06F2B}" presName="spacer" presStyleCnt="0"/>
      <dgm:spPr/>
    </dgm:pt>
    <dgm:pt modelId="{1D310BC4-E94E-4990-B7B8-730419B36FCD}" type="pres">
      <dgm:prSet presAssocID="{EA3CC910-E1E4-46DC-983F-25373BD73CE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2C7E0ED-62EC-4942-BBCD-D9C03A192882}" type="pres">
      <dgm:prSet presAssocID="{39A8386B-D7B9-4712-8ACF-23D7BA456DEB}" presName="spacer" presStyleCnt="0"/>
      <dgm:spPr/>
    </dgm:pt>
    <dgm:pt modelId="{6B79A67C-B1CB-4587-AC3C-8491A321F57E}" type="pres">
      <dgm:prSet presAssocID="{1A24FBD3-D336-4433-8C77-FFE49423AF4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22BC706-5C83-480D-9EFB-D039E1117527}" srcId="{C5253AD2-DFCF-4E7B-889C-F1482CE22ED8}" destId="{EA3CC910-E1E4-46DC-983F-25373BD73CED}" srcOrd="4" destOrd="0" parTransId="{CB7968C0-466B-490E-80B2-209FD86651A1}" sibTransId="{39A8386B-D7B9-4712-8ACF-23D7BA456DEB}"/>
    <dgm:cxn modelId="{E240100B-3DB9-413F-AEA4-9282890BFF44}" type="presOf" srcId="{F693CEF9-E358-462B-9946-065CF5A4F437}" destId="{1030053E-DB5E-4ADC-BC26-93C7BB8ECF6C}" srcOrd="0" destOrd="0" presId="urn:microsoft.com/office/officeart/2005/8/layout/vList2"/>
    <dgm:cxn modelId="{395B9028-3B92-4464-97BB-ADBBFAED4B48}" srcId="{C5253AD2-DFCF-4E7B-889C-F1482CE22ED8}" destId="{2B87048A-3002-4579-88A4-85915D56015A}" srcOrd="0" destOrd="0" parTransId="{C207EBF6-9D77-4085-833E-3A8850D2A24F}" sibTransId="{150CEA55-3AAB-4BAD-BFBD-8B7AC4798668}"/>
    <dgm:cxn modelId="{6A66E32D-A05E-403C-A118-6FD02741225F}" type="presOf" srcId="{C5253AD2-DFCF-4E7B-889C-F1482CE22ED8}" destId="{B6103DFB-F151-4BD7-9885-B7E2D2742EDE}" srcOrd="0" destOrd="0" presId="urn:microsoft.com/office/officeart/2005/8/layout/vList2"/>
    <dgm:cxn modelId="{F72C9C3D-705B-409D-96BC-BE1F50725762}" srcId="{C5253AD2-DFCF-4E7B-889C-F1482CE22ED8}" destId="{F693CEF9-E358-462B-9946-065CF5A4F437}" srcOrd="2" destOrd="0" parTransId="{3D7876B1-8252-4675-BDD1-DE91442F9629}" sibTransId="{57A98C98-F5B3-4019-999A-ABA8B5695A27}"/>
    <dgm:cxn modelId="{50B00962-66CB-47EA-BA94-A40E1E90E2EF}" type="presOf" srcId="{EA3CC910-E1E4-46DC-983F-25373BD73CED}" destId="{1D310BC4-E94E-4990-B7B8-730419B36FCD}" srcOrd="0" destOrd="0" presId="urn:microsoft.com/office/officeart/2005/8/layout/vList2"/>
    <dgm:cxn modelId="{FA278F4E-DF1F-4EFF-A80D-5E4B9F86D112}" srcId="{C5253AD2-DFCF-4E7B-889C-F1482CE22ED8}" destId="{1A24FBD3-D336-4433-8C77-FFE49423AF4F}" srcOrd="5" destOrd="0" parTransId="{111AA5B4-23BF-4BCC-9367-9DCEDC4FD026}" sibTransId="{1DB4323A-2AE8-43CC-8122-B28A1DAAB4DB}"/>
    <dgm:cxn modelId="{F00EF04F-43BD-4A0D-A5A2-7B7C70170CEA}" srcId="{C5253AD2-DFCF-4E7B-889C-F1482CE22ED8}" destId="{BF31E53B-7D91-417D-A305-656CD22A3EE2}" srcOrd="3" destOrd="0" parTransId="{A1A27C45-F6CF-45E0-80B4-0A4157C35CE8}" sibTransId="{E9F67DD7-DEEC-4E1C-99FD-1FB4A1C06F2B}"/>
    <dgm:cxn modelId="{227CE076-EBCD-403D-9A81-EFEE59A54B60}" type="presOf" srcId="{2B87048A-3002-4579-88A4-85915D56015A}" destId="{6CE561C4-163F-42F3-BF5B-8611CB93483A}" srcOrd="0" destOrd="0" presId="urn:microsoft.com/office/officeart/2005/8/layout/vList2"/>
    <dgm:cxn modelId="{9B017577-6783-4204-A1A0-1B9AEA89CA05}" type="presOf" srcId="{1A24FBD3-D336-4433-8C77-FFE49423AF4F}" destId="{6B79A67C-B1CB-4587-AC3C-8491A321F57E}" srcOrd="0" destOrd="0" presId="urn:microsoft.com/office/officeart/2005/8/layout/vList2"/>
    <dgm:cxn modelId="{FB37AF7B-956C-4A62-AB15-D879582B0A19}" type="presOf" srcId="{BF31E53B-7D91-417D-A305-656CD22A3EE2}" destId="{CF87F679-88A9-463D-AD69-72A133C12016}" srcOrd="0" destOrd="0" presId="urn:microsoft.com/office/officeart/2005/8/layout/vList2"/>
    <dgm:cxn modelId="{713DB794-AD8A-4B80-87BD-91D53F55418B}" type="presOf" srcId="{A6F0AD3D-7E9F-4463-AC88-CB7CA1E7A8B5}" destId="{2D498B51-4C9A-4B5F-A7A7-DDA31C2DA61E}" srcOrd="0" destOrd="0" presId="urn:microsoft.com/office/officeart/2005/8/layout/vList2"/>
    <dgm:cxn modelId="{832823FA-F3BB-46A4-80E0-F427DCCB8286}" srcId="{C5253AD2-DFCF-4E7B-889C-F1482CE22ED8}" destId="{A6F0AD3D-7E9F-4463-AC88-CB7CA1E7A8B5}" srcOrd="1" destOrd="0" parTransId="{3F84DC90-3B16-4836-90D4-FA7E832C6FD7}" sibTransId="{A96BB583-2A37-4480-B16C-C2970C7EF538}"/>
    <dgm:cxn modelId="{2A4D60FC-CEB5-4E86-86C7-62651055DED0}" type="presParOf" srcId="{B6103DFB-F151-4BD7-9885-B7E2D2742EDE}" destId="{6CE561C4-163F-42F3-BF5B-8611CB93483A}" srcOrd="0" destOrd="0" presId="urn:microsoft.com/office/officeart/2005/8/layout/vList2"/>
    <dgm:cxn modelId="{E3030BEF-4B87-41CC-8997-511DFF636B48}" type="presParOf" srcId="{B6103DFB-F151-4BD7-9885-B7E2D2742EDE}" destId="{82A5DBB4-39AE-4F60-9C32-DA1BC07CA1AE}" srcOrd="1" destOrd="0" presId="urn:microsoft.com/office/officeart/2005/8/layout/vList2"/>
    <dgm:cxn modelId="{23CBCDA0-F4D5-48BE-80A7-ABCAA5A921F2}" type="presParOf" srcId="{B6103DFB-F151-4BD7-9885-B7E2D2742EDE}" destId="{2D498B51-4C9A-4B5F-A7A7-DDA31C2DA61E}" srcOrd="2" destOrd="0" presId="urn:microsoft.com/office/officeart/2005/8/layout/vList2"/>
    <dgm:cxn modelId="{CA42AABE-19FA-43E9-8373-7B75510CDB57}" type="presParOf" srcId="{B6103DFB-F151-4BD7-9885-B7E2D2742EDE}" destId="{C0935B66-1337-485F-9A61-12D080660B54}" srcOrd="3" destOrd="0" presId="urn:microsoft.com/office/officeart/2005/8/layout/vList2"/>
    <dgm:cxn modelId="{BF8EC139-4B3D-4053-BF66-8B50CF4BE0B2}" type="presParOf" srcId="{B6103DFB-F151-4BD7-9885-B7E2D2742EDE}" destId="{1030053E-DB5E-4ADC-BC26-93C7BB8ECF6C}" srcOrd="4" destOrd="0" presId="urn:microsoft.com/office/officeart/2005/8/layout/vList2"/>
    <dgm:cxn modelId="{E64B00C8-0710-4408-BAE1-1139A0E77CC4}" type="presParOf" srcId="{B6103DFB-F151-4BD7-9885-B7E2D2742EDE}" destId="{FB132FF9-2567-49BB-9A26-6ACDD8211BB4}" srcOrd="5" destOrd="0" presId="urn:microsoft.com/office/officeart/2005/8/layout/vList2"/>
    <dgm:cxn modelId="{5DAFD03C-DA4F-4D71-B9A1-A7BE34F44FFC}" type="presParOf" srcId="{B6103DFB-F151-4BD7-9885-B7E2D2742EDE}" destId="{CF87F679-88A9-463D-AD69-72A133C12016}" srcOrd="6" destOrd="0" presId="urn:microsoft.com/office/officeart/2005/8/layout/vList2"/>
    <dgm:cxn modelId="{B47608F9-1ED3-412B-AE21-8A11247BBF48}" type="presParOf" srcId="{B6103DFB-F151-4BD7-9885-B7E2D2742EDE}" destId="{3D6E8F67-8BDA-4529-A194-27C05246CAA3}" srcOrd="7" destOrd="0" presId="urn:microsoft.com/office/officeart/2005/8/layout/vList2"/>
    <dgm:cxn modelId="{D33072FB-F0E0-4174-B652-0C5D7C3BD2A4}" type="presParOf" srcId="{B6103DFB-F151-4BD7-9885-B7E2D2742EDE}" destId="{1D310BC4-E94E-4990-B7B8-730419B36FCD}" srcOrd="8" destOrd="0" presId="urn:microsoft.com/office/officeart/2005/8/layout/vList2"/>
    <dgm:cxn modelId="{88A4FDC4-B555-4226-A008-66EC6CC08C04}" type="presParOf" srcId="{B6103DFB-F151-4BD7-9885-B7E2D2742EDE}" destId="{E2C7E0ED-62EC-4942-BBCD-D9C03A192882}" srcOrd="9" destOrd="0" presId="urn:microsoft.com/office/officeart/2005/8/layout/vList2"/>
    <dgm:cxn modelId="{A3953814-A51F-4912-A4DE-F014EFD17653}" type="presParOf" srcId="{B6103DFB-F151-4BD7-9885-B7E2D2742EDE}" destId="{6B79A67C-B1CB-4587-AC3C-8491A321F57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DDE329C-5E97-4640-9A77-767A15645A0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15E3A3-6548-41F7-95B5-7EE5BC4108F9}">
      <dgm:prSet/>
      <dgm:spPr/>
      <dgm:t>
        <a:bodyPr/>
        <a:lstStyle/>
        <a:p>
          <a:r>
            <a:rPr lang="en-US" dirty="0"/>
            <a:t>The analysis provided clear insights into customer behavior, sales patterns, and key business factors</a:t>
          </a:r>
        </a:p>
      </dgm:t>
    </dgm:pt>
    <dgm:pt modelId="{5DDEE185-A9B3-4951-8B3C-5B6E8AF305B4}" type="parTrans" cxnId="{74CD2569-C65B-4ADD-9755-A397FDEBF2D6}">
      <dgm:prSet/>
      <dgm:spPr/>
      <dgm:t>
        <a:bodyPr/>
        <a:lstStyle/>
        <a:p>
          <a:endParaRPr lang="en-US"/>
        </a:p>
      </dgm:t>
    </dgm:pt>
    <dgm:pt modelId="{2DCF9230-06F8-48BC-A0B9-F84123A1931A}" type="sibTrans" cxnId="{74CD2569-C65B-4ADD-9755-A397FDEBF2D6}">
      <dgm:prSet/>
      <dgm:spPr/>
      <dgm:t>
        <a:bodyPr/>
        <a:lstStyle/>
        <a:p>
          <a:endParaRPr lang="en-US"/>
        </a:p>
      </dgm:t>
    </dgm:pt>
    <dgm:pt modelId="{9C0C6322-49CD-45D8-AC2E-686A6A1A0A28}">
      <dgm:prSet/>
      <dgm:spPr/>
      <dgm:t>
        <a:bodyPr/>
        <a:lstStyle/>
        <a:p>
          <a:r>
            <a:rPr lang="en-US"/>
            <a:t>Product price and quantity were identified as major drivers of revenue, while discounts showed a limited but strategic impact</a:t>
          </a:r>
        </a:p>
      </dgm:t>
    </dgm:pt>
    <dgm:pt modelId="{EE2E7B27-011C-4702-B2D6-3CF0364454FF}" type="parTrans" cxnId="{E1C84034-4F4D-42E1-B730-BFA548950F78}">
      <dgm:prSet/>
      <dgm:spPr/>
      <dgm:t>
        <a:bodyPr/>
        <a:lstStyle/>
        <a:p>
          <a:endParaRPr lang="en-US"/>
        </a:p>
      </dgm:t>
    </dgm:pt>
    <dgm:pt modelId="{2840B6D3-B29D-4B62-899F-BEAF796775E0}" type="sibTrans" cxnId="{E1C84034-4F4D-42E1-B730-BFA548950F78}">
      <dgm:prSet/>
      <dgm:spPr/>
      <dgm:t>
        <a:bodyPr/>
        <a:lstStyle/>
        <a:p>
          <a:endParaRPr lang="en-US"/>
        </a:p>
      </dgm:t>
    </dgm:pt>
    <dgm:pt modelId="{C6724AC6-CFED-4BDF-8362-7A3323EA451E}">
      <dgm:prSet/>
      <dgm:spPr/>
      <dgm:t>
        <a:bodyPr/>
        <a:lstStyle/>
        <a:p>
          <a:r>
            <a:rPr lang="en-US" dirty="0"/>
            <a:t>Customer segmentation revealed significant differences in spending patterns across different groups</a:t>
          </a:r>
        </a:p>
      </dgm:t>
    </dgm:pt>
    <dgm:pt modelId="{A72D47D8-6784-4A0B-97FD-01CDA516B6F8}" type="parTrans" cxnId="{3A63AED3-70E7-47EA-AD64-D7C25BF4AB8C}">
      <dgm:prSet/>
      <dgm:spPr/>
      <dgm:t>
        <a:bodyPr/>
        <a:lstStyle/>
        <a:p>
          <a:endParaRPr lang="en-US"/>
        </a:p>
      </dgm:t>
    </dgm:pt>
    <dgm:pt modelId="{ED153366-01AC-4331-A854-E5376CC0A81A}" type="sibTrans" cxnId="{3A63AED3-70E7-47EA-AD64-D7C25BF4AB8C}">
      <dgm:prSet/>
      <dgm:spPr/>
      <dgm:t>
        <a:bodyPr/>
        <a:lstStyle/>
        <a:p>
          <a:endParaRPr lang="en-US"/>
        </a:p>
      </dgm:t>
    </dgm:pt>
    <dgm:pt modelId="{B9909328-52F4-4CFF-9A90-3878C2259AA0}">
      <dgm:prSet/>
      <dgm:spPr/>
      <dgm:t>
        <a:bodyPr/>
        <a:lstStyle/>
        <a:p>
          <a:r>
            <a:rPr lang="en-US" dirty="0"/>
            <a:t>Delivery performance was found to influence return behavior, highlighting the importance of efficient logistics</a:t>
          </a:r>
        </a:p>
      </dgm:t>
    </dgm:pt>
    <dgm:pt modelId="{4DF909DC-16C7-4A14-A9C9-C9CAF863D704}" type="parTrans" cxnId="{F1B68B86-C23E-421B-BF26-763AF5304BF2}">
      <dgm:prSet/>
      <dgm:spPr/>
      <dgm:t>
        <a:bodyPr/>
        <a:lstStyle/>
        <a:p>
          <a:endParaRPr lang="en-US"/>
        </a:p>
      </dgm:t>
    </dgm:pt>
    <dgm:pt modelId="{8C4E42EE-56FE-4AFD-8020-1710B12F2E00}" type="sibTrans" cxnId="{F1B68B86-C23E-421B-BF26-763AF5304BF2}">
      <dgm:prSet/>
      <dgm:spPr/>
      <dgm:t>
        <a:bodyPr/>
        <a:lstStyle/>
        <a:p>
          <a:endParaRPr lang="en-US"/>
        </a:p>
      </dgm:t>
    </dgm:pt>
    <dgm:pt modelId="{0CBB13DF-745D-4446-B36D-E397DC319FCD}">
      <dgm:prSet/>
      <dgm:spPr/>
      <dgm:t>
        <a:bodyPr/>
        <a:lstStyle/>
        <a:p>
          <a:r>
            <a:rPr lang="en-US" dirty="0"/>
            <a:t>Overall, the project demonstrates how data analysis can transform raw data into actionable insights</a:t>
          </a:r>
        </a:p>
      </dgm:t>
    </dgm:pt>
    <dgm:pt modelId="{836DD3C1-B792-4E9F-B115-395A53BA7005}" type="parTrans" cxnId="{0E23032C-F6F0-450E-B622-F151B77E2115}">
      <dgm:prSet/>
      <dgm:spPr/>
      <dgm:t>
        <a:bodyPr/>
        <a:lstStyle/>
        <a:p>
          <a:endParaRPr lang="en-US"/>
        </a:p>
      </dgm:t>
    </dgm:pt>
    <dgm:pt modelId="{3EA59BEB-1321-46EF-AD21-C70B2F3E3206}" type="sibTrans" cxnId="{0E23032C-F6F0-450E-B622-F151B77E2115}">
      <dgm:prSet/>
      <dgm:spPr/>
      <dgm:t>
        <a:bodyPr/>
        <a:lstStyle/>
        <a:p>
          <a:endParaRPr lang="en-US"/>
        </a:p>
      </dgm:t>
    </dgm:pt>
    <dgm:pt modelId="{83DED3F4-3F7D-4444-AAB0-C8200BE64E65}">
      <dgm:prSet/>
      <dgm:spPr/>
      <dgm:t>
        <a:bodyPr/>
        <a:lstStyle/>
        <a:p>
          <a:r>
            <a:rPr lang="en-US" dirty="0"/>
            <a:t>These findings can help businesses improve decision-making, optimize strategies, and enhance customer satisfaction</a:t>
          </a:r>
        </a:p>
      </dgm:t>
    </dgm:pt>
    <dgm:pt modelId="{A113A645-C7F3-42E8-BC1A-692E874A5F9B}" type="parTrans" cxnId="{90917D6A-A306-40FE-8324-831D8D6E3AE7}">
      <dgm:prSet/>
      <dgm:spPr/>
      <dgm:t>
        <a:bodyPr/>
        <a:lstStyle/>
        <a:p>
          <a:endParaRPr lang="en-US"/>
        </a:p>
      </dgm:t>
    </dgm:pt>
    <dgm:pt modelId="{F3BC0F8D-0A16-4C97-85CB-2515535D5FCB}" type="sibTrans" cxnId="{90917D6A-A306-40FE-8324-831D8D6E3AE7}">
      <dgm:prSet/>
      <dgm:spPr/>
      <dgm:t>
        <a:bodyPr/>
        <a:lstStyle/>
        <a:p>
          <a:endParaRPr lang="en-US"/>
        </a:p>
      </dgm:t>
    </dgm:pt>
    <dgm:pt modelId="{A206351A-569C-4C3D-9B47-AA334931FD60}" type="pres">
      <dgm:prSet presAssocID="{0DDE329C-5E97-4640-9A77-767A15645A0B}" presName="diagram" presStyleCnt="0">
        <dgm:presLayoutVars>
          <dgm:dir/>
          <dgm:resizeHandles val="exact"/>
        </dgm:presLayoutVars>
      </dgm:prSet>
      <dgm:spPr/>
    </dgm:pt>
    <dgm:pt modelId="{30BD1B4A-A238-4860-8038-958007CA5D34}" type="pres">
      <dgm:prSet presAssocID="{CA15E3A3-6548-41F7-95B5-7EE5BC4108F9}" presName="node" presStyleLbl="node1" presStyleIdx="0" presStyleCnt="6">
        <dgm:presLayoutVars>
          <dgm:bulletEnabled val="1"/>
        </dgm:presLayoutVars>
      </dgm:prSet>
      <dgm:spPr/>
    </dgm:pt>
    <dgm:pt modelId="{B4A119F8-DD62-481B-977D-613A5EF31083}" type="pres">
      <dgm:prSet presAssocID="{2DCF9230-06F8-48BC-A0B9-F84123A1931A}" presName="sibTrans" presStyleCnt="0"/>
      <dgm:spPr/>
    </dgm:pt>
    <dgm:pt modelId="{0FCB88B3-9EAA-43D0-95EB-DE2AB7346DF9}" type="pres">
      <dgm:prSet presAssocID="{9C0C6322-49CD-45D8-AC2E-686A6A1A0A28}" presName="node" presStyleLbl="node1" presStyleIdx="1" presStyleCnt="6">
        <dgm:presLayoutVars>
          <dgm:bulletEnabled val="1"/>
        </dgm:presLayoutVars>
      </dgm:prSet>
      <dgm:spPr/>
    </dgm:pt>
    <dgm:pt modelId="{4119D9AE-DEBB-4DB2-AE3A-CD21BA9F0DC8}" type="pres">
      <dgm:prSet presAssocID="{2840B6D3-B29D-4B62-899F-BEAF796775E0}" presName="sibTrans" presStyleCnt="0"/>
      <dgm:spPr/>
    </dgm:pt>
    <dgm:pt modelId="{3AE3760F-B7FC-4A00-A9E2-125939881568}" type="pres">
      <dgm:prSet presAssocID="{C6724AC6-CFED-4BDF-8362-7A3323EA451E}" presName="node" presStyleLbl="node1" presStyleIdx="2" presStyleCnt="6">
        <dgm:presLayoutVars>
          <dgm:bulletEnabled val="1"/>
        </dgm:presLayoutVars>
      </dgm:prSet>
      <dgm:spPr/>
    </dgm:pt>
    <dgm:pt modelId="{D2432D6A-A9A9-4F0C-BE03-6B2EB9A6C23F}" type="pres">
      <dgm:prSet presAssocID="{ED153366-01AC-4331-A854-E5376CC0A81A}" presName="sibTrans" presStyleCnt="0"/>
      <dgm:spPr/>
    </dgm:pt>
    <dgm:pt modelId="{EC1ADB58-F23E-41CE-BE42-620992F1C6C0}" type="pres">
      <dgm:prSet presAssocID="{B9909328-52F4-4CFF-9A90-3878C2259AA0}" presName="node" presStyleLbl="node1" presStyleIdx="3" presStyleCnt="6">
        <dgm:presLayoutVars>
          <dgm:bulletEnabled val="1"/>
        </dgm:presLayoutVars>
      </dgm:prSet>
      <dgm:spPr/>
    </dgm:pt>
    <dgm:pt modelId="{E2821D18-22DE-4743-9E98-D620308CB7B0}" type="pres">
      <dgm:prSet presAssocID="{8C4E42EE-56FE-4AFD-8020-1710B12F2E00}" presName="sibTrans" presStyleCnt="0"/>
      <dgm:spPr/>
    </dgm:pt>
    <dgm:pt modelId="{7F96CE2B-229C-4D85-BC85-05FC7F5D586C}" type="pres">
      <dgm:prSet presAssocID="{0CBB13DF-745D-4446-B36D-E397DC319FCD}" presName="node" presStyleLbl="node1" presStyleIdx="4" presStyleCnt="6">
        <dgm:presLayoutVars>
          <dgm:bulletEnabled val="1"/>
        </dgm:presLayoutVars>
      </dgm:prSet>
      <dgm:spPr/>
    </dgm:pt>
    <dgm:pt modelId="{726C0FB7-212F-4EC9-81F9-42CA22A9ED59}" type="pres">
      <dgm:prSet presAssocID="{3EA59BEB-1321-46EF-AD21-C70B2F3E3206}" presName="sibTrans" presStyleCnt="0"/>
      <dgm:spPr/>
    </dgm:pt>
    <dgm:pt modelId="{EB8FFFF4-DD96-4697-B85F-4B0B56117E82}" type="pres">
      <dgm:prSet presAssocID="{83DED3F4-3F7D-4444-AAB0-C8200BE64E65}" presName="node" presStyleLbl="node1" presStyleIdx="5" presStyleCnt="6">
        <dgm:presLayoutVars>
          <dgm:bulletEnabled val="1"/>
        </dgm:presLayoutVars>
      </dgm:prSet>
      <dgm:spPr/>
    </dgm:pt>
  </dgm:ptLst>
  <dgm:cxnLst>
    <dgm:cxn modelId="{F0978C20-E213-4095-9843-5BAC35DF9278}" type="presOf" srcId="{0DDE329C-5E97-4640-9A77-767A15645A0B}" destId="{A206351A-569C-4C3D-9B47-AA334931FD60}" srcOrd="0" destOrd="0" presId="urn:microsoft.com/office/officeart/2005/8/layout/default"/>
    <dgm:cxn modelId="{0E23032C-F6F0-450E-B622-F151B77E2115}" srcId="{0DDE329C-5E97-4640-9A77-767A15645A0B}" destId="{0CBB13DF-745D-4446-B36D-E397DC319FCD}" srcOrd="4" destOrd="0" parTransId="{836DD3C1-B792-4E9F-B115-395A53BA7005}" sibTransId="{3EA59BEB-1321-46EF-AD21-C70B2F3E3206}"/>
    <dgm:cxn modelId="{E1C84034-4F4D-42E1-B730-BFA548950F78}" srcId="{0DDE329C-5E97-4640-9A77-767A15645A0B}" destId="{9C0C6322-49CD-45D8-AC2E-686A6A1A0A28}" srcOrd="1" destOrd="0" parTransId="{EE2E7B27-011C-4702-B2D6-3CF0364454FF}" sibTransId="{2840B6D3-B29D-4B62-899F-BEAF796775E0}"/>
    <dgm:cxn modelId="{74CD2569-C65B-4ADD-9755-A397FDEBF2D6}" srcId="{0DDE329C-5E97-4640-9A77-767A15645A0B}" destId="{CA15E3A3-6548-41F7-95B5-7EE5BC4108F9}" srcOrd="0" destOrd="0" parTransId="{5DDEE185-A9B3-4951-8B3C-5B6E8AF305B4}" sibTransId="{2DCF9230-06F8-48BC-A0B9-F84123A1931A}"/>
    <dgm:cxn modelId="{90917D6A-A306-40FE-8324-831D8D6E3AE7}" srcId="{0DDE329C-5E97-4640-9A77-767A15645A0B}" destId="{83DED3F4-3F7D-4444-AAB0-C8200BE64E65}" srcOrd="5" destOrd="0" parTransId="{A113A645-C7F3-42E8-BC1A-692E874A5F9B}" sibTransId="{F3BC0F8D-0A16-4C97-85CB-2515535D5FCB}"/>
    <dgm:cxn modelId="{F1B68B86-C23E-421B-BF26-763AF5304BF2}" srcId="{0DDE329C-5E97-4640-9A77-767A15645A0B}" destId="{B9909328-52F4-4CFF-9A90-3878C2259AA0}" srcOrd="3" destOrd="0" parTransId="{4DF909DC-16C7-4A14-A9C9-C9CAF863D704}" sibTransId="{8C4E42EE-56FE-4AFD-8020-1710B12F2E00}"/>
    <dgm:cxn modelId="{A4110E89-C9A2-4615-ABE5-A1B4FECD8140}" type="presOf" srcId="{B9909328-52F4-4CFF-9A90-3878C2259AA0}" destId="{EC1ADB58-F23E-41CE-BE42-620992F1C6C0}" srcOrd="0" destOrd="0" presId="urn:microsoft.com/office/officeart/2005/8/layout/default"/>
    <dgm:cxn modelId="{5AB0138A-9AA8-4BE4-84D6-BF72320C7F51}" type="presOf" srcId="{CA15E3A3-6548-41F7-95B5-7EE5BC4108F9}" destId="{30BD1B4A-A238-4860-8038-958007CA5D34}" srcOrd="0" destOrd="0" presId="urn:microsoft.com/office/officeart/2005/8/layout/default"/>
    <dgm:cxn modelId="{91A9BC8E-C5A2-4FE1-BC3F-5DC52712EA4D}" type="presOf" srcId="{C6724AC6-CFED-4BDF-8362-7A3323EA451E}" destId="{3AE3760F-B7FC-4A00-A9E2-125939881568}" srcOrd="0" destOrd="0" presId="urn:microsoft.com/office/officeart/2005/8/layout/default"/>
    <dgm:cxn modelId="{BBA1BDA1-3864-4947-99AA-AA4E1B3472BA}" type="presOf" srcId="{9C0C6322-49CD-45D8-AC2E-686A6A1A0A28}" destId="{0FCB88B3-9EAA-43D0-95EB-DE2AB7346DF9}" srcOrd="0" destOrd="0" presId="urn:microsoft.com/office/officeart/2005/8/layout/default"/>
    <dgm:cxn modelId="{06206FAA-341D-42A3-A89D-B32137058D37}" type="presOf" srcId="{0CBB13DF-745D-4446-B36D-E397DC319FCD}" destId="{7F96CE2B-229C-4D85-BC85-05FC7F5D586C}" srcOrd="0" destOrd="0" presId="urn:microsoft.com/office/officeart/2005/8/layout/default"/>
    <dgm:cxn modelId="{3A63AED3-70E7-47EA-AD64-D7C25BF4AB8C}" srcId="{0DDE329C-5E97-4640-9A77-767A15645A0B}" destId="{C6724AC6-CFED-4BDF-8362-7A3323EA451E}" srcOrd="2" destOrd="0" parTransId="{A72D47D8-6784-4A0B-97FD-01CDA516B6F8}" sibTransId="{ED153366-01AC-4331-A854-E5376CC0A81A}"/>
    <dgm:cxn modelId="{A3E639EE-D667-41D2-887A-5AE53068719F}" type="presOf" srcId="{83DED3F4-3F7D-4444-AAB0-C8200BE64E65}" destId="{EB8FFFF4-DD96-4697-B85F-4B0B56117E82}" srcOrd="0" destOrd="0" presId="urn:microsoft.com/office/officeart/2005/8/layout/default"/>
    <dgm:cxn modelId="{EE1CD040-FF7B-4FE7-96B4-880D1682C6B0}" type="presParOf" srcId="{A206351A-569C-4C3D-9B47-AA334931FD60}" destId="{30BD1B4A-A238-4860-8038-958007CA5D34}" srcOrd="0" destOrd="0" presId="urn:microsoft.com/office/officeart/2005/8/layout/default"/>
    <dgm:cxn modelId="{B9F93DCA-3B86-4C18-9B16-BAD6C2A955DC}" type="presParOf" srcId="{A206351A-569C-4C3D-9B47-AA334931FD60}" destId="{B4A119F8-DD62-481B-977D-613A5EF31083}" srcOrd="1" destOrd="0" presId="urn:microsoft.com/office/officeart/2005/8/layout/default"/>
    <dgm:cxn modelId="{CD4E2127-7E02-4DC9-95C3-6C0FA0A5EF19}" type="presParOf" srcId="{A206351A-569C-4C3D-9B47-AA334931FD60}" destId="{0FCB88B3-9EAA-43D0-95EB-DE2AB7346DF9}" srcOrd="2" destOrd="0" presId="urn:microsoft.com/office/officeart/2005/8/layout/default"/>
    <dgm:cxn modelId="{28991CED-6C6E-45BC-9256-E10C1903EA20}" type="presParOf" srcId="{A206351A-569C-4C3D-9B47-AA334931FD60}" destId="{4119D9AE-DEBB-4DB2-AE3A-CD21BA9F0DC8}" srcOrd="3" destOrd="0" presId="urn:microsoft.com/office/officeart/2005/8/layout/default"/>
    <dgm:cxn modelId="{6B27765D-629F-40D2-88D5-9D8F19BB9D10}" type="presParOf" srcId="{A206351A-569C-4C3D-9B47-AA334931FD60}" destId="{3AE3760F-B7FC-4A00-A9E2-125939881568}" srcOrd="4" destOrd="0" presId="urn:microsoft.com/office/officeart/2005/8/layout/default"/>
    <dgm:cxn modelId="{44E83323-501A-47B9-BAD9-ED42E3D3964B}" type="presParOf" srcId="{A206351A-569C-4C3D-9B47-AA334931FD60}" destId="{D2432D6A-A9A9-4F0C-BE03-6B2EB9A6C23F}" srcOrd="5" destOrd="0" presId="urn:microsoft.com/office/officeart/2005/8/layout/default"/>
    <dgm:cxn modelId="{3D9ABF74-9C52-4D45-9356-32230BEA0381}" type="presParOf" srcId="{A206351A-569C-4C3D-9B47-AA334931FD60}" destId="{EC1ADB58-F23E-41CE-BE42-620992F1C6C0}" srcOrd="6" destOrd="0" presId="urn:microsoft.com/office/officeart/2005/8/layout/default"/>
    <dgm:cxn modelId="{3683B61E-EA69-430D-ACAD-120393B7CD66}" type="presParOf" srcId="{A206351A-569C-4C3D-9B47-AA334931FD60}" destId="{E2821D18-22DE-4743-9E98-D620308CB7B0}" srcOrd="7" destOrd="0" presId="urn:microsoft.com/office/officeart/2005/8/layout/default"/>
    <dgm:cxn modelId="{39904272-1555-4FC0-B9B2-119CC3E968CC}" type="presParOf" srcId="{A206351A-569C-4C3D-9B47-AA334931FD60}" destId="{7F96CE2B-229C-4D85-BC85-05FC7F5D586C}" srcOrd="8" destOrd="0" presId="urn:microsoft.com/office/officeart/2005/8/layout/default"/>
    <dgm:cxn modelId="{0FF908A4-2CD1-4834-86E0-F70650BC7F41}" type="presParOf" srcId="{A206351A-569C-4C3D-9B47-AA334931FD60}" destId="{726C0FB7-212F-4EC9-81F9-42CA22A9ED59}" srcOrd="9" destOrd="0" presId="urn:microsoft.com/office/officeart/2005/8/layout/default"/>
    <dgm:cxn modelId="{E14D12D8-8EF8-45CC-AEE2-05A6C7022757}" type="presParOf" srcId="{A206351A-569C-4C3D-9B47-AA334931FD60}" destId="{EB8FFFF4-DD96-4697-B85F-4B0B56117E8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98020-5145-48BE-BB06-BAAEFB5D7052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87AD5-0AD2-4FD2-BFEA-B70867BCF413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95F47-FD5E-4F48-ACBE-FA136CB10F89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Analyzing customer behavior and sales patterns using data</a:t>
          </a:r>
        </a:p>
      </dsp:txBody>
      <dsp:txXfrm>
        <a:off x="1172126" y="908559"/>
        <a:ext cx="2114937" cy="897246"/>
      </dsp:txXfrm>
    </dsp:sp>
    <dsp:sp modelId="{590B2705-5021-4013-8218-E2CF60332F92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A697E-0E44-4E6F-911D-13F5EF8613C8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854DF-1EF0-4F55-B35E-989503FEBC38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Focus on pricing, discounts, delivery, and customer segments</a:t>
          </a:r>
        </a:p>
      </dsp:txBody>
      <dsp:txXfrm>
        <a:off x="4745088" y="908559"/>
        <a:ext cx="2114937" cy="897246"/>
      </dsp:txXfrm>
    </dsp:sp>
    <dsp:sp modelId="{847B57FC-4BC8-44B5-86BA-0A4F41587C2F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5D48F-AE7C-4EF5-B42E-D6884F831CF9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E2773-7B51-43AB-BDBB-1FBE0BEA197F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Applying Univariate, Bivariate &amp; Multivariate Analysis</a:t>
          </a:r>
        </a:p>
      </dsp:txBody>
      <dsp:txXfrm>
        <a:off x="8318049" y="908559"/>
        <a:ext cx="2114937" cy="897246"/>
      </dsp:txXfrm>
    </dsp:sp>
    <dsp:sp modelId="{77C48B9B-B6B4-471C-9B90-05E9DCD2CB6F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630F3D-6614-44FC-84F9-BF56829A83BD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BFB33-BB64-421F-9C2C-F07C58D27468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Goal: Extract insights to improve revenue and business decisions</a:t>
          </a:r>
        </a:p>
      </dsp:txBody>
      <dsp:txXfrm>
        <a:off x="1172126" y="2545532"/>
        <a:ext cx="2114937" cy="897246"/>
      </dsp:txXfrm>
    </dsp:sp>
    <dsp:sp modelId="{9988DE6E-D165-4297-8331-D22F91D1D29F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246BA3-87CA-4069-A7A4-B155CD06A7BB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A28D8-2B46-4AED-9844-3414F618AE4D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Identifying key factors influencing customer purchasing decisions</a:t>
          </a:r>
        </a:p>
      </dsp:txBody>
      <dsp:txXfrm>
        <a:off x="4745088" y="2545532"/>
        <a:ext cx="2114937" cy="897246"/>
      </dsp:txXfrm>
    </dsp:sp>
    <dsp:sp modelId="{A4344FE1-1E7B-4381-81F7-18DAEF073E8D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86808-DBB0-4C6C-9C71-BC227EF79B92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07E55-42B3-4336-829B-F35F51133A44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Supporting data-driven strategies for business growth</a:t>
          </a:r>
        </a:p>
      </dsp:txBody>
      <dsp:txXfrm>
        <a:off x="8318049" y="2545532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2B01C-0ED2-4110-8635-C13A6530A7A2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project focuses on analyzing an e-commerce dataset to understand customer purchasing behavior and overall sales performance</a:t>
          </a:r>
        </a:p>
      </dsp:txBody>
      <dsp:txXfrm>
        <a:off x="307345" y="1546"/>
        <a:ext cx="3222855" cy="1933713"/>
      </dsp:txXfrm>
    </dsp:sp>
    <dsp:sp modelId="{19C0D95E-CEF5-4E56-AC39-D87F71EDBF9A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involves data cleaning, preprocessing, and transformation to ensure accurate and reliable analysis</a:t>
          </a:r>
        </a:p>
      </dsp:txBody>
      <dsp:txXfrm>
        <a:off x="3852486" y="1546"/>
        <a:ext cx="3222855" cy="1933713"/>
      </dsp:txXfrm>
    </dsp:sp>
    <dsp:sp modelId="{A7442215-0F62-49AE-9D98-045D099B51E9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Various analytical techniques such as Univariate, Bivariate, and Multivariate analysis are applied to explore patterns and relationships</a:t>
          </a:r>
        </a:p>
      </dsp:txBody>
      <dsp:txXfrm>
        <a:off x="7397627" y="1546"/>
        <a:ext cx="3222855" cy="1933713"/>
      </dsp:txXfrm>
    </dsp:sp>
    <dsp:sp modelId="{6FAB6713-C714-43A4-AF14-0CD40EE0B61C}">
      <dsp:nvSpPr>
        <dsp:cNvPr id="0" name=""/>
        <dsp:cNvSpPr/>
      </dsp:nvSpPr>
      <dsp:spPr>
        <a:xfrm>
          <a:off x="307345" y="2257545"/>
          <a:ext cx="3222855" cy="193371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study examines key factors like product pricing, quantity, discounts, delivery time, and customer segments</a:t>
          </a:r>
        </a:p>
      </dsp:txBody>
      <dsp:txXfrm>
        <a:off x="307345" y="2257545"/>
        <a:ext cx="3222855" cy="1933713"/>
      </dsp:txXfrm>
    </dsp:sp>
    <dsp:sp modelId="{154A7789-B338-48B1-A606-96B3E98FF34B}">
      <dsp:nvSpPr>
        <dsp:cNvPr id="0" name=""/>
        <dsp:cNvSpPr/>
      </dsp:nvSpPr>
      <dsp:spPr>
        <a:xfrm>
          <a:off x="3852486" y="2257545"/>
          <a:ext cx="3222855" cy="193371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Visualizations are used to represent trends and correlations in an easy-to-understand manner</a:t>
          </a:r>
        </a:p>
      </dsp:txBody>
      <dsp:txXfrm>
        <a:off x="3852486" y="2257545"/>
        <a:ext cx="3222855" cy="1933713"/>
      </dsp:txXfrm>
    </dsp:sp>
    <dsp:sp modelId="{F735151A-95DC-47B9-AEB6-7FF87AD86451}">
      <dsp:nvSpPr>
        <dsp:cNvPr id="0" name=""/>
        <dsp:cNvSpPr/>
      </dsp:nvSpPr>
      <dsp:spPr>
        <a:xfrm>
          <a:off x="7397627" y="2257545"/>
          <a:ext cx="3222855" cy="193371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overall aim is to derive meaningful insights that can support better business decisions and improve customer satisfaction</a:t>
          </a:r>
        </a:p>
      </dsp:txBody>
      <dsp:txXfrm>
        <a:off x="7397627" y="2257545"/>
        <a:ext cx="3222855" cy="19337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7CBE1-6DB8-4201-915E-D193F71601DA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C4FE9-18F0-4318-808E-D35A3F08AEA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D87EE-4A4F-44FD-ABC3-97F58F31E78D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E-commerce businesses generate large amounts of data, but extracting meaningful insights from it is a major challenge</a:t>
          </a:r>
        </a:p>
      </dsp:txBody>
      <dsp:txXfrm>
        <a:off x="836323" y="3399"/>
        <a:ext cx="9679276" cy="724089"/>
      </dsp:txXfrm>
    </dsp:sp>
    <dsp:sp modelId="{398407F4-5B72-4E62-94B1-DD1528EB9EA1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20B99-59F1-4531-AA14-2346EEA1D83E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5583A-CB0C-4739-B004-4A7A10CFBB8D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There is a need to understand how factors like pricing, discounts, customer segments, and delivery impact sales and returns</a:t>
          </a:r>
        </a:p>
      </dsp:txBody>
      <dsp:txXfrm>
        <a:off x="836323" y="908511"/>
        <a:ext cx="9679276" cy="724089"/>
      </dsp:txXfrm>
    </dsp:sp>
    <dsp:sp modelId="{026B04B4-5F25-47B8-9E1F-0CDDE4AAB67E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11CE3-12AE-4B7C-AC79-762A59A4A91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1E81A-A4BF-4DC3-9F14-B655A5ED39F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Lack of clear analysis makes it difficult to identify key drivers of revenue and customer behavior</a:t>
          </a:r>
        </a:p>
      </dsp:txBody>
      <dsp:txXfrm>
        <a:off x="836323" y="1813624"/>
        <a:ext cx="9679276" cy="724089"/>
      </dsp:txXfrm>
    </dsp:sp>
    <dsp:sp modelId="{4743EA4F-3FD0-41A2-885F-E07BAF390020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09296-8850-41A6-91A6-DC43F025B28B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1C49C-418D-4BB9-B938-22B0F771DB23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Businesses often struggle to balance discount strategies, optimize delivery performance, and reduce return rates</a:t>
          </a:r>
        </a:p>
      </dsp:txBody>
      <dsp:txXfrm>
        <a:off x="836323" y="2718736"/>
        <a:ext cx="9679276" cy="724089"/>
      </dsp:txXfrm>
    </dsp:sp>
    <dsp:sp modelId="{8B6226B7-0D56-4064-A182-436EB57B849D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898C39-4F63-4512-93C2-D6188D592C72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75E47-19BC-4283-AC29-5C5399E0831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project aims to analyze the dataset to uncover patterns, relationships, and trends that can support better decision-making</a:t>
          </a:r>
        </a:p>
      </dsp:txBody>
      <dsp:txXfrm>
        <a:off x="836323" y="3623848"/>
        <a:ext cx="9679276" cy="72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4D525-DFF5-46FD-87A5-3D6EE5C839DF}">
      <dsp:nvSpPr>
        <dsp:cNvPr id="0" name=""/>
        <dsp:cNvSpPr/>
      </dsp:nvSpPr>
      <dsp:spPr>
        <a:xfrm>
          <a:off x="0" y="124960"/>
          <a:ext cx="6735443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analyze the e-commerce dataset and understand overall sales and customer behavior</a:t>
          </a:r>
        </a:p>
      </dsp:txBody>
      <dsp:txXfrm>
        <a:off x="40780" y="165740"/>
        <a:ext cx="6653883" cy="753819"/>
      </dsp:txXfrm>
    </dsp:sp>
    <dsp:sp modelId="{50341814-4B91-42DA-BA42-26DFAC95AB2A}">
      <dsp:nvSpPr>
        <dsp:cNvPr id="0" name=""/>
        <dsp:cNvSpPr/>
      </dsp:nvSpPr>
      <dsp:spPr>
        <a:xfrm>
          <a:off x="0" y="1020820"/>
          <a:ext cx="6735443" cy="835379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perform Univariate, Bivariate, and Multivariate analysis for deeper insights</a:t>
          </a:r>
        </a:p>
      </dsp:txBody>
      <dsp:txXfrm>
        <a:off x="40780" y="1061600"/>
        <a:ext cx="6653883" cy="753819"/>
      </dsp:txXfrm>
    </dsp:sp>
    <dsp:sp modelId="{643656AC-B0C1-407B-ACA7-E6F599140C33}">
      <dsp:nvSpPr>
        <dsp:cNvPr id="0" name=""/>
        <dsp:cNvSpPr/>
      </dsp:nvSpPr>
      <dsp:spPr>
        <a:xfrm>
          <a:off x="0" y="1916680"/>
          <a:ext cx="6735443" cy="835379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identify key factors affecting revenue such as product price, quantity, and discounts</a:t>
          </a:r>
        </a:p>
      </dsp:txBody>
      <dsp:txXfrm>
        <a:off x="40780" y="1957460"/>
        <a:ext cx="6653883" cy="753819"/>
      </dsp:txXfrm>
    </dsp:sp>
    <dsp:sp modelId="{F524B8B0-626B-4820-BD1C-9FD364380C6F}">
      <dsp:nvSpPr>
        <dsp:cNvPr id="0" name=""/>
        <dsp:cNvSpPr/>
      </dsp:nvSpPr>
      <dsp:spPr>
        <a:xfrm>
          <a:off x="0" y="2812541"/>
          <a:ext cx="6735443" cy="835379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study the impact of customer segments on purchasing patterns</a:t>
          </a:r>
        </a:p>
      </dsp:txBody>
      <dsp:txXfrm>
        <a:off x="40780" y="2853321"/>
        <a:ext cx="6653883" cy="753819"/>
      </dsp:txXfrm>
    </dsp:sp>
    <dsp:sp modelId="{E7E2377E-BC0A-4638-ABA4-5CE508BE3C60}">
      <dsp:nvSpPr>
        <dsp:cNvPr id="0" name=""/>
        <dsp:cNvSpPr/>
      </dsp:nvSpPr>
      <dsp:spPr>
        <a:xfrm>
          <a:off x="0" y="3708401"/>
          <a:ext cx="6735443" cy="835379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examine how delivery performance influences return behavior</a:t>
          </a:r>
        </a:p>
      </dsp:txBody>
      <dsp:txXfrm>
        <a:off x="40780" y="3749181"/>
        <a:ext cx="6653883" cy="753819"/>
      </dsp:txXfrm>
    </dsp:sp>
    <dsp:sp modelId="{088E9419-F970-4A91-988A-27BC428D830A}">
      <dsp:nvSpPr>
        <dsp:cNvPr id="0" name=""/>
        <dsp:cNvSpPr/>
      </dsp:nvSpPr>
      <dsp:spPr>
        <a:xfrm>
          <a:off x="0" y="4604261"/>
          <a:ext cx="6735443" cy="83537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To derive actionable insights that can support better business decisions</a:t>
          </a:r>
        </a:p>
      </dsp:txBody>
      <dsp:txXfrm>
        <a:off x="40780" y="4645041"/>
        <a:ext cx="6653883" cy="7538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42B01-BD10-4E0C-BB3D-D2B687F3E003}">
      <dsp:nvSpPr>
        <dsp:cNvPr id="0" name=""/>
        <dsp:cNvSpPr/>
      </dsp:nvSpPr>
      <dsp:spPr>
        <a:xfrm>
          <a:off x="633" y="690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Product Price</a:t>
          </a:r>
          <a:r>
            <a:rPr lang="en-US" sz="1600" kern="1200"/>
            <a:t> shows a fairly </a:t>
          </a:r>
          <a:r>
            <a:rPr lang="en-US" sz="1600" b="1" kern="1200"/>
            <a:t>uniform distribution</a:t>
          </a:r>
          <a:r>
            <a:rPr lang="en-US" sz="1600" kern="1200"/>
            <a:t>, indicating a wide range of product pricing across the dataset</a:t>
          </a:r>
        </a:p>
      </dsp:txBody>
      <dsp:txXfrm>
        <a:off x="633" y="69013"/>
        <a:ext cx="2470143" cy="1482086"/>
      </dsp:txXfrm>
    </dsp:sp>
    <dsp:sp modelId="{9AC4A1D7-92EC-468B-9F4D-FBEAB829DF4D}">
      <dsp:nvSpPr>
        <dsp:cNvPr id="0" name=""/>
        <dsp:cNvSpPr/>
      </dsp:nvSpPr>
      <dsp:spPr>
        <a:xfrm>
          <a:off x="2717791" y="690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Final Price</a:t>
          </a:r>
          <a:r>
            <a:rPr lang="en-US" sz="1600" kern="1200"/>
            <a:t> is </a:t>
          </a:r>
          <a:r>
            <a:rPr lang="en-US" sz="1600" b="1" kern="1200"/>
            <a:t>positively skewed</a:t>
          </a:r>
          <a:r>
            <a:rPr lang="en-US" sz="1600" kern="1200"/>
            <a:t>, as the mean is higher than the median, indicating the presence of high-value transactions</a:t>
          </a:r>
        </a:p>
      </dsp:txBody>
      <dsp:txXfrm>
        <a:off x="2717791" y="69013"/>
        <a:ext cx="2470143" cy="1482086"/>
      </dsp:txXfrm>
    </dsp:sp>
    <dsp:sp modelId="{2E7F9839-12E5-4C6D-8C40-675491D8C42E}">
      <dsp:nvSpPr>
        <dsp:cNvPr id="0" name=""/>
        <dsp:cNvSpPr/>
      </dsp:nvSpPr>
      <dsp:spPr>
        <a:xfrm>
          <a:off x="633" y="17981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Quantity</a:t>
          </a:r>
          <a:r>
            <a:rPr lang="en-US" sz="1600" kern="1200"/>
            <a:t> is concentrated around lower values (1–3), showing that most purchases involve </a:t>
          </a:r>
          <a:r>
            <a:rPr lang="en-US" sz="1600" b="1" kern="1200"/>
            <a:t>limited number of items</a:t>
          </a:r>
          <a:endParaRPr lang="en-US" sz="1600" kern="1200"/>
        </a:p>
      </dsp:txBody>
      <dsp:txXfrm>
        <a:off x="633" y="1798113"/>
        <a:ext cx="2470143" cy="1482086"/>
      </dsp:txXfrm>
    </dsp:sp>
    <dsp:sp modelId="{33B7D028-79BB-4A65-B7C3-D69EE8DC3C1D}">
      <dsp:nvSpPr>
        <dsp:cNvPr id="0" name=""/>
        <dsp:cNvSpPr/>
      </dsp:nvSpPr>
      <dsp:spPr>
        <a:xfrm>
          <a:off x="2717791" y="17981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Discount Percentage</a:t>
          </a:r>
          <a:r>
            <a:rPr lang="en-US" sz="1600" kern="1200"/>
            <a:t> appears evenly distributed, suggesting a </a:t>
          </a:r>
          <a:r>
            <a:rPr lang="en-US" sz="1600" b="1" kern="1200"/>
            <a:t>consistent discount strategy across products</a:t>
          </a:r>
          <a:endParaRPr lang="en-US" sz="1600" kern="1200"/>
        </a:p>
      </dsp:txBody>
      <dsp:txXfrm>
        <a:off x="2717791" y="1798113"/>
        <a:ext cx="2470143" cy="1482086"/>
      </dsp:txXfrm>
    </dsp:sp>
    <dsp:sp modelId="{E5E34AE7-3333-4CB8-BCAC-89ED183248C3}">
      <dsp:nvSpPr>
        <dsp:cNvPr id="0" name=""/>
        <dsp:cNvSpPr/>
      </dsp:nvSpPr>
      <dsp:spPr>
        <a:xfrm>
          <a:off x="633" y="35272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Delivery Days</a:t>
          </a:r>
          <a:r>
            <a:rPr lang="en-US" sz="1600" kern="1200"/>
            <a:t> show a relatively balanced distribution with slight variation, indicating a </a:t>
          </a:r>
          <a:r>
            <a:rPr lang="en-US" sz="1600" b="1" kern="1200"/>
            <a:t>stable delivery system</a:t>
          </a:r>
          <a:endParaRPr lang="en-US" sz="1600" kern="1200"/>
        </a:p>
      </dsp:txBody>
      <dsp:txXfrm>
        <a:off x="633" y="3527213"/>
        <a:ext cx="2470143" cy="1482086"/>
      </dsp:txXfrm>
    </dsp:sp>
    <dsp:sp modelId="{9F30F3E6-682A-476E-8AFD-BF0C899B67F6}">
      <dsp:nvSpPr>
        <dsp:cNvPr id="0" name=""/>
        <dsp:cNvSpPr/>
      </dsp:nvSpPr>
      <dsp:spPr>
        <a:xfrm>
          <a:off x="2717791" y="3527213"/>
          <a:ext cx="2470143" cy="1482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Overall, most variables show </a:t>
          </a:r>
          <a:r>
            <a:rPr lang="en-US" sz="1600" b="1" kern="1200"/>
            <a:t>stable and well-distributed patterns</a:t>
          </a:r>
          <a:r>
            <a:rPr lang="en-US" sz="1600" kern="1200"/>
            <a:t>, with slight skewness in pricing due to high-value purchases</a:t>
          </a:r>
        </a:p>
      </dsp:txBody>
      <dsp:txXfrm>
        <a:off x="2717791" y="3527213"/>
        <a:ext cx="2470143" cy="14820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561C4-163F-42F3-BF5B-8611CB93483A}">
      <dsp:nvSpPr>
        <dsp:cNvPr id="0" name=""/>
        <dsp:cNvSpPr/>
      </dsp:nvSpPr>
      <dsp:spPr>
        <a:xfrm>
          <a:off x="0" y="6961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Gained practical experience in data cleaning and preprocessing techniques</a:t>
          </a:r>
        </a:p>
      </dsp:txBody>
      <dsp:txXfrm>
        <a:off x="40780" y="110399"/>
        <a:ext cx="6585273" cy="753819"/>
      </dsp:txXfrm>
    </dsp:sp>
    <dsp:sp modelId="{2D498B51-4C9A-4B5F-A7A7-DDA31C2DA61E}">
      <dsp:nvSpPr>
        <dsp:cNvPr id="0" name=""/>
        <dsp:cNvSpPr/>
      </dsp:nvSpPr>
      <dsp:spPr>
        <a:xfrm>
          <a:off x="0" y="96547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Developed skills in Univariate, Bivariate, and Multivariate data analysis</a:t>
          </a:r>
        </a:p>
      </dsp:txBody>
      <dsp:txXfrm>
        <a:off x="40780" y="1006259"/>
        <a:ext cx="6585273" cy="753819"/>
      </dsp:txXfrm>
    </dsp:sp>
    <dsp:sp modelId="{1030053E-DB5E-4ADC-BC26-93C7BB8ECF6C}">
      <dsp:nvSpPr>
        <dsp:cNvPr id="0" name=""/>
        <dsp:cNvSpPr/>
      </dsp:nvSpPr>
      <dsp:spPr>
        <a:xfrm>
          <a:off x="0" y="1861339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Learned to use visualization tools like Matplotlib and Seaborn for effective data representation</a:t>
          </a:r>
        </a:p>
      </dsp:txBody>
      <dsp:txXfrm>
        <a:off x="40780" y="1902119"/>
        <a:ext cx="6585273" cy="753819"/>
      </dsp:txXfrm>
    </dsp:sp>
    <dsp:sp modelId="{CF87F679-88A9-463D-AD69-72A133C12016}">
      <dsp:nvSpPr>
        <dsp:cNvPr id="0" name=""/>
        <dsp:cNvSpPr/>
      </dsp:nvSpPr>
      <dsp:spPr>
        <a:xfrm>
          <a:off x="0" y="275720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Improved ability to interpret data and extract meaningful insights</a:t>
          </a:r>
        </a:p>
      </dsp:txBody>
      <dsp:txXfrm>
        <a:off x="40780" y="2797980"/>
        <a:ext cx="6585273" cy="753819"/>
      </dsp:txXfrm>
    </dsp:sp>
    <dsp:sp modelId="{1D310BC4-E94E-4990-B7B8-730419B36FCD}">
      <dsp:nvSpPr>
        <dsp:cNvPr id="0" name=""/>
        <dsp:cNvSpPr/>
      </dsp:nvSpPr>
      <dsp:spPr>
        <a:xfrm>
          <a:off x="0" y="365306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Understood how data analysis supports real-world business decision-making</a:t>
          </a:r>
        </a:p>
      </dsp:txBody>
      <dsp:txXfrm>
        <a:off x="40780" y="3693840"/>
        <a:ext cx="6585273" cy="753819"/>
      </dsp:txXfrm>
    </dsp:sp>
    <dsp:sp modelId="{6B79A67C-B1CB-4587-AC3C-8491A321F57E}">
      <dsp:nvSpPr>
        <dsp:cNvPr id="0" name=""/>
        <dsp:cNvSpPr/>
      </dsp:nvSpPr>
      <dsp:spPr>
        <a:xfrm>
          <a:off x="0" y="4548920"/>
          <a:ext cx="6666833" cy="8353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Enhanced problem-solving and analytical thinking skills</a:t>
          </a:r>
        </a:p>
      </dsp:txBody>
      <dsp:txXfrm>
        <a:off x="40780" y="4589700"/>
        <a:ext cx="6585273" cy="7538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D1B4A-A238-4860-8038-958007CA5D34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analysis provided clear insights into customer behavior, sales patterns, and key business factors</a:t>
          </a:r>
        </a:p>
      </dsp:txBody>
      <dsp:txXfrm>
        <a:off x="307345" y="1546"/>
        <a:ext cx="3222855" cy="1933713"/>
      </dsp:txXfrm>
    </dsp:sp>
    <dsp:sp modelId="{0FCB88B3-9EAA-43D0-95EB-DE2AB7346DF9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Product price and quantity were identified as major drivers of revenue, while discounts showed a limited but strategic impact</a:t>
          </a:r>
        </a:p>
      </dsp:txBody>
      <dsp:txXfrm>
        <a:off x="3852486" y="1546"/>
        <a:ext cx="3222855" cy="1933713"/>
      </dsp:txXfrm>
    </dsp:sp>
    <dsp:sp modelId="{3AE3760F-B7FC-4A00-A9E2-125939881568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Customer segmentation revealed significant differences in spending patterns across different groups</a:t>
          </a:r>
        </a:p>
      </dsp:txBody>
      <dsp:txXfrm>
        <a:off x="7397627" y="1546"/>
        <a:ext cx="3222855" cy="1933713"/>
      </dsp:txXfrm>
    </dsp:sp>
    <dsp:sp modelId="{EC1ADB58-F23E-41CE-BE42-620992F1C6C0}">
      <dsp:nvSpPr>
        <dsp:cNvPr id="0" name=""/>
        <dsp:cNvSpPr/>
      </dsp:nvSpPr>
      <dsp:spPr>
        <a:xfrm>
          <a:off x="307345" y="2257545"/>
          <a:ext cx="3222855" cy="1933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Delivery performance was found to influence return behavior, highlighting the importance of efficient logistics</a:t>
          </a:r>
        </a:p>
      </dsp:txBody>
      <dsp:txXfrm>
        <a:off x="307345" y="2257545"/>
        <a:ext cx="3222855" cy="1933713"/>
      </dsp:txXfrm>
    </dsp:sp>
    <dsp:sp modelId="{7F96CE2B-229C-4D85-BC85-05FC7F5D586C}">
      <dsp:nvSpPr>
        <dsp:cNvPr id="0" name=""/>
        <dsp:cNvSpPr/>
      </dsp:nvSpPr>
      <dsp:spPr>
        <a:xfrm>
          <a:off x="3852486" y="2257545"/>
          <a:ext cx="3222855" cy="193371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Overall, the project demonstrates how data analysis can transform raw data into actionable insights</a:t>
          </a:r>
        </a:p>
      </dsp:txBody>
      <dsp:txXfrm>
        <a:off x="3852486" y="2257545"/>
        <a:ext cx="3222855" cy="1933713"/>
      </dsp:txXfrm>
    </dsp:sp>
    <dsp:sp modelId="{EB8FFFF4-DD96-4697-B85F-4B0B56117E82}">
      <dsp:nvSpPr>
        <dsp:cNvPr id="0" name=""/>
        <dsp:cNvSpPr/>
      </dsp:nvSpPr>
      <dsp:spPr>
        <a:xfrm>
          <a:off x="7397627" y="2257545"/>
          <a:ext cx="3222855" cy="19337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These findings can help businesses improve decision-making, optimize strategies, and enhance customer satisfaction</a:t>
          </a:r>
        </a:p>
      </dsp:txBody>
      <dsp:txXfrm>
        <a:off x="7397627" y="2257545"/>
        <a:ext cx="3222855" cy="1933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574" y="366160"/>
            <a:ext cx="3877277" cy="2089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Data-Driven Insights in Retail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76" y="3994189"/>
            <a:ext cx="3825342" cy="26465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An Exploratory Data Analysis of Large-Scale Retail Transactions Using Statistical and Visualization Techniques</a:t>
            </a:r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D61CE5-0522-D17B-A3D2-729597B607BC}"/>
              </a:ext>
            </a:extLst>
          </p:cNvPr>
          <p:cNvSpPr txBox="1"/>
          <p:nvPr/>
        </p:nvSpPr>
        <p:spPr>
          <a:xfrm>
            <a:off x="4994170" y="5677414"/>
            <a:ext cx="4858178" cy="13158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/>
              <a:t>Submitted By :- Yug Rathi</a:t>
            </a:r>
            <a:endParaRPr lang="en-US"/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683D3A0C-4ACB-96A5-0245-D17B6FAC2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72" y="2023069"/>
            <a:ext cx="51530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C716-7888-352A-C040-73FBB169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📊 Introduction</a:t>
            </a:r>
            <a:endParaRPr lang="en-US" b="1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08092D7-7EC3-8705-AD64-B907049B6D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371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ED3BA-C711-741D-E55C-69A4F72E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📌 Project Overview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06B218B5-33EC-19EB-A059-A102CC052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7516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872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B7B5-E603-ADEC-5700-3A1CC659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❗ Problem Statement</a:t>
            </a:r>
            <a:endParaRPr lang="en-US" b="1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12C70E2-EE63-5210-F0D1-037EA822C4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8574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C5F563-97A5-C129-74E9-DC89779A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018A9D-3C2F-AAE8-025F-A96BC947E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198284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778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5DC6-CF53-0FAA-1245-369C5EB2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Distribution Analysis</a:t>
            </a:r>
            <a:r>
              <a:rPr lang="en-US"/>
              <a:t> </a:t>
            </a:r>
            <a:r>
              <a:rPr lang="en-US" b="1"/>
              <a:t>(</a:t>
            </a:r>
            <a:r>
              <a:rPr lang="en-US" b="1">
                <a:ea typeface="+mj-lt"/>
                <a:cs typeface="+mj-lt"/>
              </a:rPr>
              <a:t>Univariate</a:t>
            </a:r>
            <a:r>
              <a:rPr lang="en-US" b="1"/>
              <a:t>)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9E50D9-1771-5785-C36C-C6ED854F2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7552" y="1933424"/>
            <a:ext cx="6096000" cy="3362368"/>
          </a:xfrm>
          <a:prstGeom prst="rect">
            <a:avLst/>
          </a:prstGeom>
        </p:spPr>
      </p:pic>
      <p:graphicFrame>
        <p:nvGraphicFramePr>
          <p:cNvPr id="50" name="TextBox 4">
            <a:extLst>
              <a:ext uri="{FF2B5EF4-FFF2-40B4-BE49-F238E27FC236}">
                <a16:creationId xmlns:a16="http://schemas.microsoft.com/office/drawing/2014/main" id="{D358CD7B-E7A9-92FE-30FF-4E3FBC6B040E}"/>
              </a:ext>
            </a:extLst>
          </p:cNvPr>
          <p:cNvGraphicFramePr/>
          <p:nvPr/>
        </p:nvGraphicFramePr>
        <p:xfrm>
          <a:off x="324285" y="1655562"/>
          <a:ext cx="5188568" cy="507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316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F9DBF-AB87-4A0C-1DE4-0BBB1AFDA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/>
              <a:t>Categorical Distribution</a:t>
            </a:r>
            <a:r>
              <a:rPr lang="en-US" sz="3100"/>
              <a:t> </a:t>
            </a:r>
            <a:r>
              <a:rPr lang="en-US" sz="3100" b="1"/>
              <a:t>(Univariate)</a:t>
            </a:r>
            <a:endParaRPr lang="en-US" sz="31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CEFFD-0D13-B2AF-36DD-6B4FBD18B251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Product categories are </a:t>
            </a:r>
            <a:r>
              <a:rPr lang="en-US" sz="1300" b="1"/>
              <a:t>evenly distributed</a:t>
            </a:r>
            <a:r>
              <a:rPr lang="en-US" sz="1300"/>
              <a:t>, with each category contributing almost equally (~16–17%), indicating a </a:t>
            </a:r>
            <a:r>
              <a:rPr lang="en-US" sz="1300" b="1"/>
              <a:t>balanced product mix</a:t>
            </a:r>
            <a:endParaRPr lang="en-US" sz="13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No single category dominates, suggesting </a:t>
            </a:r>
            <a:r>
              <a:rPr lang="en-US" sz="1300" b="1"/>
              <a:t>diversified inventory and sales distribution</a:t>
            </a:r>
            <a:endParaRPr lang="en-US" sz="13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Payment methods are also </a:t>
            </a:r>
            <a:r>
              <a:rPr lang="en-US" sz="1300" b="1"/>
              <a:t>uniformly distributed</a:t>
            </a:r>
            <a:r>
              <a:rPr lang="en-US" sz="1300"/>
              <a:t>, with all methods (Debit Card, Credit Card, UPI, COD) having nearly equal usage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This reflects </a:t>
            </a:r>
            <a:r>
              <a:rPr lang="en-US" sz="1300" b="1"/>
              <a:t>customer flexibility and equal preference across payment options</a:t>
            </a:r>
            <a:endParaRPr lang="en-US" sz="13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Return status shows a strong imbalance, where </a:t>
            </a:r>
            <a:r>
              <a:rPr lang="en-US" sz="1300" b="1"/>
              <a:t>majority of orders are not returned (~85%)</a:t>
            </a:r>
            <a:endParaRPr lang="en-US" sz="13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Only a small portion (~15%) of orders are returned, indicating </a:t>
            </a:r>
            <a:r>
              <a:rPr lang="en-US" sz="1300" b="1"/>
              <a:t>high customer satisfaction and efficient operations</a:t>
            </a:r>
            <a:endParaRPr lang="en-US" sz="13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Overall, the dataset shows </a:t>
            </a:r>
            <a:r>
              <a:rPr lang="en-US" sz="1300" b="1"/>
              <a:t>balanced categorical distributions with low return rates</a:t>
            </a:r>
            <a:r>
              <a:rPr lang="en-US" sz="1300"/>
              <a:t>, supporting stable business performance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FF668286-155C-3B27-95AE-1172207B6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917" r="31089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4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2A647-9139-72D4-66AB-137088BCA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📊 Skewness &amp; Kurtosis</a:t>
            </a:r>
          </a:p>
        </p:txBody>
      </p:sp>
      <p:pic>
        <p:nvPicPr>
          <p:cNvPr id="4" name="Content Placeholder 3" descr="A black and white table with numbers and text&#10;&#10;AI-generated content may be incorrect.">
            <a:extLst>
              <a:ext uri="{FF2B5EF4-FFF2-40B4-BE49-F238E27FC236}">
                <a16:creationId xmlns:a16="http://schemas.microsoft.com/office/drawing/2014/main" id="{85FC66FA-459B-8E18-34A6-1D1F57513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431" y="553454"/>
            <a:ext cx="8898307" cy="2469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3CA2C-6921-FCF6-EA65-F0963A8F3BDD}"/>
              </a:ext>
            </a:extLst>
          </p:cNvPr>
          <p:cNvSpPr txBox="1"/>
          <p:nvPr/>
        </p:nvSpPr>
        <p:spPr>
          <a:xfrm>
            <a:off x="5630779" y="3884452"/>
            <a:ext cx="5723021" cy="23987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Most variables show </a:t>
            </a:r>
            <a:r>
              <a:rPr lang="en-US" sz="1400" b="1"/>
              <a:t>near-zero skewness</a:t>
            </a:r>
            <a:r>
              <a:rPr lang="en-US" sz="1400"/>
              <a:t>, indicating fairly balanced distributions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/>
              <a:t>final_price</a:t>
            </a:r>
            <a:r>
              <a:rPr lang="en-US" sz="1400"/>
              <a:t> is </a:t>
            </a:r>
            <a:r>
              <a:rPr lang="en-US" sz="1400" b="1"/>
              <a:t>positively skewed</a:t>
            </a:r>
            <a:r>
              <a:rPr lang="en-US" sz="1400"/>
              <a:t>, suggesting presence of some high-value transactions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i="1"/>
              <a:t>quantity</a:t>
            </a:r>
            <a:r>
              <a:rPr lang="en-US" sz="1400"/>
              <a:t> and </a:t>
            </a:r>
            <a:r>
              <a:rPr lang="en-US" sz="1400" i="1"/>
              <a:t>discount_percentage</a:t>
            </a:r>
            <a:r>
              <a:rPr lang="en-US" sz="1400"/>
              <a:t> show slight </a:t>
            </a:r>
            <a:r>
              <a:rPr lang="en-US" sz="1400" b="1"/>
              <a:t>negative skewness</a:t>
            </a:r>
            <a:r>
              <a:rPr lang="en-US" sz="1400"/>
              <a:t>, indicating more higher-end values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All variables are </a:t>
            </a:r>
            <a:r>
              <a:rPr lang="en-US" sz="1400" b="1"/>
              <a:t>platykurtic</a:t>
            </a:r>
            <a:r>
              <a:rPr lang="en-US" sz="1400"/>
              <a:t>, meaning distributions have </a:t>
            </a:r>
            <a:r>
              <a:rPr lang="en-US" sz="1400" b="1"/>
              <a:t>light tails and fewer extreme outliers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Overall, the data is relatively stable with </a:t>
            </a:r>
            <a:r>
              <a:rPr lang="en-US" sz="1400" b="1"/>
              <a:t>low extreme variations</a:t>
            </a:r>
            <a:r>
              <a:rPr lang="en-US" sz="1400"/>
              <a:t>, making it suitable for analysis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3067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79718-AAD5-7396-BB05-C9873DA6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2500"/>
            </a:br>
            <a:br>
              <a:rPr lang="en-US" sz="2500"/>
            </a:br>
            <a:r>
              <a:rPr lang="en-US" sz="2500" b="1"/>
              <a:t>📊 Outlier Analysis</a:t>
            </a:r>
          </a:p>
          <a:p>
            <a:endParaRPr lang="en-US" sz="2500"/>
          </a:p>
          <a:p>
            <a:endParaRPr lang="en-US" sz="25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7B716-E76B-00C0-57C3-B50E0E499379}"/>
              </a:ext>
            </a:extLst>
          </p:cNvPr>
          <p:cNvSpPr txBox="1"/>
          <p:nvPr/>
        </p:nvSpPr>
        <p:spPr>
          <a:xfrm>
            <a:off x="590719" y="2330505"/>
            <a:ext cx="5278066" cy="39795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Outliers are observed </a:t>
            </a:r>
            <a:r>
              <a:rPr lang="en-US" sz="1400" b="1"/>
              <a:t>only in final_price</a:t>
            </a:r>
            <a:r>
              <a:rPr lang="en-US" sz="1400"/>
              <a:t>, with a significant count compared to other variables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Other features like product_price, quantity, discount_percentage, and delivery_days show </a:t>
            </a:r>
            <a:r>
              <a:rPr lang="en-US" sz="1400" b="1"/>
              <a:t>no major outlier presence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boxplot confirms that outliers are mainly on the </a:t>
            </a:r>
            <a:r>
              <a:rPr lang="en-US" sz="1400" b="1"/>
              <a:t>higher end</a:t>
            </a:r>
            <a:r>
              <a:rPr lang="en-US" sz="1400"/>
              <a:t>, indicating extreme high-value transactions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This suggests a </a:t>
            </a:r>
            <a:r>
              <a:rPr lang="en-US" sz="1400" b="1"/>
              <a:t>right-skewed distribution</a:t>
            </a:r>
            <a:r>
              <a:rPr lang="en-US" sz="1400"/>
              <a:t> driven by a small number of large purchases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These outliers are likely </a:t>
            </a:r>
            <a:r>
              <a:rPr lang="en-US" sz="1400" b="1"/>
              <a:t>genuine business events (premium or bulk purchases)</a:t>
            </a:r>
            <a:r>
              <a:rPr lang="en-US" sz="1400"/>
              <a:t> rather than data errors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Outliers were handled using the </a:t>
            </a:r>
            <a:r>
              <a:rPr lang="en-US" sz="1400" b="1"/>
              <a:t>IQR method with median replacement</a:t>
            </a:r>
            <a:r>
              <a:rPr lang="en-US" sz="1400"/>
              <a:t> to ensure a more stable dataset for analysis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Most outliers were concentrated in final_price, indicating high-value transactions rather than noise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ack and white screen with numbers and text&#10;&#10;AI-generated content may be incorrect.">
            <a:extLst>
              <a:ext uri="{FF2B5EF4-FFF2-40B4-BE49-F238E27FC236}">
                <a16:creationId xmlns:a16="http://schemas.microsoft.com/office/drawing/2014/main" id="{6FCBFCDF-0379-F22C-4F53-333C74D27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3423" y="1077216"/>
            <a:ext cx="4397433" cy="1528107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F80B4-C860-628F-8C5C-30F444B9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38" y="3707894"/>
            <a:ext cx="275273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7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CB4CE-D8CD-F699-15A3-90966500B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Discount vs Final Price (Bivariate)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0B8895-D881-DA9C-601E-7C1C603768A9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There is a clear </a:t>
            </a:r>
            <a:r>
              <a:rPr lang="en-US" sz="2000" b="1"/>
              <a:t>negative relationship</a:t>
            </a:r>
            <a:r>
              <a:rPr lang="en-US" sz="2000"/>
              <a:t> between discount percentage and average final price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As discount increases, the </a:t>
            </a:r>
            <a:r>
              <a:rPr lang="en-US" sz="2000" b="1"/>
              <a:t>average final price consistently decreases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decline is gradual, indicating a </a:t>
            </a:r>
            <a:r>
              <a:rPr lang="en-US" sz="2000" b="1"/>
              <a:t>controlled impact of discounts on revenue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No sharp spikes are observed, suggesting </a:t>
            </a:r>
            <a:r>
              <a:rPr lang="en-US" sz="2000" b="1"/>
              <a:t>stable pricing and discount strategy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Higher discounts (above ~20–25%) lead to a </a:t>
            </a:r>
            <a:r>
              <a:rPr lang="en-US" sz="2000" b="1"/>
              <a:t>significant drop in revenue per transaction</a:t>
            </a: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Moderate discounts maintain a balance between </a:t>
            </a:r>
            <a:r>
              <a:rPr lang="en-US" sz="2000" b="1"/>
              <a:t>customer attraction and revenue generation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Content Placeholder 3" descr="A graph with blue lines&#10;&#10;AI-generated content may be incorrect.">
            <a:extLst>
              <a:ext uri="{FF2B5EF4-FFF2-40B4-BE49-F238E27FC236}">
                <a16:creationId xmlns:a16="http://schemas.microsoft.com/office/drawing/2014/main" id="{1E3836E4-2078-F2A3-198A-1F12ABE06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6164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1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7BAA0-9607-653E-C0B8-EBF0656C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Monthly Sales Trend (Bivariate)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01CBB-B0FA-43C6-FEF9-D113E0E69709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Sales show </a:t>
            </a:r>
            <a:r>
              <a:rPr lang="en-US" sz="1400" b="1"/>
              <a:t>moderate fluctuations across different months</a:t>
            </a:r>
            <a:r>
              <a:rPr lang="en-US" sz="1400"/>
              <a:t>, indicating changing demand patterns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 clear peak is observed in </a:t>
            </a:r>
            <a:r>
              <a:rPr lang="en-US" sz="1400" b="1"/>
              <a:t>January</a:t>
            </a:r>
            <a:r>
              <a:rPr lang="en-US" sz="1400"/>
              <a:t>, suggesting higher customer activity during this period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Some months like </a:t>
            </a:r>
            <a:r>
              <a:rPr lang="en-US" sz="1400" b="1"/>
              <a:t>June and October</a:t>
            </a:r>
            <a:r>
              <a:rPr lang="en-US" sz="1400"/>
              <a:t> show relatively lower sales performance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variation indicates the presence of </a:t>
            </a:r>
            <a:r>
              <a:rPr lang="en-US" sz="1400" b="1"/>
              <a:t>seasonal or time-based demand trends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There is no extreme volatility, showing </a:t>
            </a:r>
            <a:r>
              <a:rPr lang="en-US" sz="1400" b="1"/>
              <a:t>overall stability in sales throughout the year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Periodic rises and drops suggest influence of </a:t>
            </a:r>
            <a:r>
              <a:rPr lang="en-US" sz="1400" b="1"/>
              <a:t>festive seasons, promotions, or customer buying cycles</a:t>
            </a:r>
            <a:endParaRPr lang="en-US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red lines&#10;&#10;AI-generated content may be incorrect.">
            <a:extLst>
              <a:ext uri="{FF2B5EF4-FFF2-40B4-BE49-F238E27FC236}">
                <a16:creationId xmlns:a16="http://schemas.microsoft.com/office/drawing/2014/main" id="{8377A91C-247D-C983-6081-6E3B3AB03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328689"/>
            <a:ext cx="5628018" cy="396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9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0201E-7ED8-2ECB-6DD1-A9523FDA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Category-wise Spending by Customer Segment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(Multivariate)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8B19E23F-8D1C-5794-036A-610209160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95" y="2630743"/>
            <a:ext cx="5150277" cy="3502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A223E-FA2E-54C7-F6BE-A33E8345E8E8}"/>
              </a:ext>
            </a:extLst>
          </p:cNvPr>
          <p:cNvSpPr txBox="1"/>
          <p:nvPr/>
        </p:nvSpPr>
        <p:spPr>
          <a:xfrm>
            <a:off x="6406429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Premium customers consistently show </a:t>
            </a:r>
            <a:r>
              <a:rPr lang="en-US" sz="1400" b="1"/>
              <a:t>higher spending across all product categories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Regular and New customers spend comparatively less, indicating </a:t>
            </a:r>
            <a:r>
              <a:rPr lang="en-US" sz="1400" b="1"/>
              <a:t>clear spending differences between segments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gap between segments varies across categories, showing that </a:t>
            </a:r>
            <a:r>
              <a:rPr lang="en-US" sz="1400" b="1"/>
              <a:t>customer behavior is category-dependent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Some categories show a noticeable increase in spending, indicating </a:t>
            </a:r>
            <a:r>
              <a:rPr lang="en-US" sz="1400" b="1"/>
              <a:t>higher customer interest or value perception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Spending trends are relatively stable, with </a:t>
            </a:r>
            <a:r>
              <a:rPr lang="en-US" sz="1400" b="1"/>
              <a:t>no sudden fluctuations across categories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Overall, customer segmentation plays a </a:t>
            </a:r>
            <a:r>
              <a:rPr lang="en-US" sz="1400" b="1"/>
              <a:t>significant role in influencing purchase behavior and revenue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2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CC7B6-C2A8-6679-2A97-24B0B2C9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Quantity vs Final Price by Category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(Multivariate)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FCF9E-6736-87A3-DFD8-C60158ABB589}"/>
              </a:ext>
            </a:extLst>
          </p:cNvPr>
          <p:cNvSpPr txBox="1"/>
          <p:nvPr/>
        </p:nvSpPr>
        <p:spPr>
          <a:xfrm>
            <a:off x="1137034" y="2198362"/>
            <a:ext cx="4958966" cy="391777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There is a clear </a:t>
            </a:r>
            <a:r>
              <a:rPr lang="en-US" sz="1400" b="1"/>
              <a:t>positive relationship between quantity and final price</a:t>
            </a:r>
            <a:r>
              <a:rPr lang="en-US" sz="1400"/>
              <a:t> across all categories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As quantity increases from 1 to 4, the </a:t>
            </a:r>
            <a:r>
              <a:rPr lang="en-US" sz="1400" b="1"/>
              <a:t>final price rises significantly</a:t>
            </a:r>
            <a:r>
              <a:rPr lang="en-US" sz="1400"/>
              <a:t>, indicating volume-driven revenue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All product categories follow a similar upward trend, showing </a:t>
            </a:r>
            <a:r>
              <a:rPr lang="en-US" sz="1400" b="1"/>
              <a:t>consistent purchasing behavior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Higher quantities (3–4) are associated with </a:t>
            </a:r>
            <a:r>
              <a:rPr lang="en-US" sz="1400" b="1"/>
              <a:t>high-value transactions</a:t>
            </a:r>
            <a:r>
              <a:rPr lang="en-US" sz="1400"/>
              <a:t>, contributing majorly to revenue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Some categories show slightly higher price ranges, indicating </a:t>
            </a:r>
            <a:r>
              <a:rPr lang="en-US" sz="1400" b="1"/>
              <a:t>variation in product value across categories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 spread of points suggests </a:t>
            </a:r>
            <a:r>
              <a:rPr lang="en-US" sz="1400" b="1"/>
              <a:t>diverse pricing within each category</a:t>
            </a:r>
            <a:r>
              <a:rPr lang="en-US" sz="1400"/>
              <a:t>, not a fixed price range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Overall, both </a:t>
            </a:r>
            <a:r>
              <a:rPr lang="en-US" sz="1400" b="1"/>
              <a:t>quantity and product category together influence total transaction value</a:t>
            </a: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4" name="Content Placeholder 3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7AE26FE9-7B41-3C96-055D-3456F2358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9367" y="2243239"/>
            <a:ext cx="4788505" cy="363926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2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07A3-7417-8A3B-841B-3337A562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 Learning Outcomes</a:t>
            </a: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1" name="Content Placeholder 2">
            <a:extLst>
              <a:ext uri="{FF2B5EF4-FFF2-40B4-BE49-F238E27FC236}">
                <a16:creationId xmlns:a16="http://schemas.microsoft.com/office/drawing/2014/main" id="{92B2055F-D2F8-1D19-9C8A-D3AD6A5E4B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5028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291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B4152-2CE7-2598-3F5F-437F9651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ea typeface="+mj-lt"/>
                <a:cs typeface="+mj-lt"/>
              </a:rPr>
              <a:t>✅ Conclusion</a:t>
            </a:r>
            <a:endParaRPr lang="en-US" sz="4000" b="1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B7503C00-1AFE-A4B2-C7EF-D646E919F6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6884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55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268EC-E917-7679-10BB-574108E7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Thank You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C0B2-3A26-808F-6ED2-C728CDB0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Thank you for your time and attention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 hope this analysis provided meaningful insights</a:t>
            </a:r>
            <a:endParaRPr lang="en-US" dirty="0"/>
          </a:p>
          <a:p>
            <a:r>
              <a:rPr lang="en-US">
                <a:latin typeface="Calibri"/>
                <a:ea typeface="Calibri"/>
                <a:cs typeface="Calibri"/>
              </a:rPr>
              <a:t>Your valuable feedback and suggestions are welcome.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Data-Driven Insights in Retail Analytics</vt:lpstr>
      <vt:lpstr>📊 Introduction</vt:lpstr>
      <vt:lpstr>📌 Project Overview</vt:lpstr>
      <vt:lpstr>❗ Problem Statement</vt:lpstr>
      <vt:lpstr> Objectives</vt:lpstr>
      <vt:lpstr>Distribution Analysis (Univariate)</vt:lpstr>
      <vt:lpstr>Categorical Distribution (Univariate)</vt:lpstr>
      <vt:lpstr>📊 Skewness &amp; Kurtosis</vt:lpstr>
      <vt:lpstr>  📊 Outlier Analysis  </vt:lpstr>
      <vt:lpstr>Discount vs Final Price (Bivariate)</vt:lpstr>
      <vt:lpstr>Monthly Sales Trend (Bivariate)</vt:lpstr>
      <vt:lpstr>Category-wise Spending by Customer Segment (Multivariate)</vt:lpstr>
      <vt:lpstr>Quantity vs Final Price by Category (Multivariate)</vt:lpstr>
      <vt:lpstr> Learning Outcomes </vt:lpstr>
      <vt:lpstr>✅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312</cp:revision>
  <dcterms:created xsi:type="dcterms:W3CDTF">2026-03-27T12:31:30Z</dcterms:created>
  <dcterms:modified xsi:type="dcterms:W3CDTF">2026-03-28T20:25:12Z</dcterms:modified>
</cp:coreProperties>
</file>